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1e81e8eaf5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1e81e8eaf5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1e81e8eaf55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1e81e8eaf5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1e81e8eaf55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1e81e8eaf55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1e839195d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1e839195d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349fae0ead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349fae0ead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1e839195da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1e839195da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49fae0ead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349fae0ead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1e839195da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1e839195da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349fae0ead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349fae0ead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349fae0ead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349fae0ead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349fae0ead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349fae0ead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1133023" y="2480375"/>
            <a:ext cx="37644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475223" y="1291225"/>
            <a:ext cx="10800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5406576" y="694950"/>
            <a:ext cx="2604300" cy="37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7" name="Google Shape;17;p3"/>
          <p:cNvGrpSpPr/>
          <p:nvPr/>
        </p:nvGrpSpPr>
        <p:grpSpPr>
          <a:xfrm>
            <a:off x="8161834" y="75534"/>
            <a:ext cx="3751693" cy="1477275"/>
            <a:chOff x="8161834" y="75534"/>
            <a:chExt cx="3751693" cy="1477275"/>
          </a:xfrm>
        </p:grpSpPr>
        <p:grpSp>
          <p:nvGrpSpPr>
            <p:cNvPr id="18" name="Google Shape;18;p3"/>
            <p:cNvGrpSpPr/>
            <p:nvPr/>
          </p:nvGrpSpPr>
          <p:grpSpPr>
            <a:xfrm>
              <a:off x="8371972" y="75540"/>
              <a:ext cx="3541556" cy="1323917"/>
              <a:chOff x="2133050" y="2071900"/>
              <a:chExt cx="2132825" cy="79730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" name="Google Shape;49;p3"/>
            <p:cNvSpPr/>
            <p:nvPr/>
          </p:nvSpPr>
          <p:spPr>
            <a:xfrm>
              <a:off x="8161834" y="721209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9036759" y="75534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720000" y="1152475"/>
            <a:ext cx="77040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55" name="Google Shape;55;p4"/>
          <p:cNvGrpSpPr/>
          <p:nvPr/>
        </p:nvGrpSpPr>
        <p:grpSpPr>
          <a:xfrm>
            <a:off x="-1684333" y="361707"/>
            <a:ext cx="3423458" cy="1696293"/>
            <a:chOff x="-1684333" y="361707"/>
            <a:chExt cx="3423458" cy="1696293"/>
          </a:xfrm>
        </p:grpSpPr>
        <p:grpSp>
          <p:nvGrpSpPr>
            <p:cNvPr id="56" name="Google Shape;56;p4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8" name="Google Shape;78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45200" y="880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1775" y="739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4"/>
          <p:cNvGrpSpPr/>
          <p:nvPr/>
        </p:nvGrpSpPr>
        <p:grpSpPr>
          <a:xfrm>
            <a:off x="7378900" y="3638900"/>
            <a:ext cx="3965187" cy="1653150"/>
            <a:chOff x="7378900" y="3638900"/>
            <a:chExt cx="3965187" cy="1653150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2" name="Google Shape;112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8900" y="4114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7650" y="3638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>
            <p:ph idx="1" type="subTitle"/>
          </p:nvPr>
        </p:nvSpPr>
        <p:spPr>
          <a:xfrm>
            <a:off x="1363388" y="2048300"/>
            <a:ext cx="3001500" cy="4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17" name="Google Shape;117;p5"/>
          <p:cNvSpPr txBox="1"/>
          <p:nvPr>
            <p:ph idx="2" type="subTitle"/>
          </p:nvPr>
        </p:nvSpPr>
        <p:spPr>
          <a:xfrm>
            <a:off x="4779112" y="2048300"/>
            <a:ext cx="3001500" cy="4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18" name="Google Shape;118;p5"/>
          <p:cNvSpPr txBox="1"/>
          <p:nvPr>
            <p:ph idx="3" type="subTitle"/>
          </p:nvPr>
        </p:nvSpPr>
        <p:spPr>
          <a:xfrm>
            <a:off x="1363388" y="2535500"/>
            <a:ext cx="30015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9" name="Google Shape;119;p5"/>
          <p:cNvSpPr txBox="1"/>
          <p:nvPr>
            <p:ph idx="4" type="subTitle"/>
          </p:nvPr>
        </p:nvSpPr>
        <p:spPr>
          <a:xfrm>
            <a:off x="4779110" y="2535500"/>
            <a:ext cx="30015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" name="Google Shape;12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1" name="Google Shape;121;p5"/>
          <p:cNvGrpSpPr/>
          <p:nvPr/>
        </p:nvGrpSpPr>
        <p:grpSpPr>
          <a:xfrm>
            <a:off x="-500554" y="-1910625"/>
            <a:ext cx="1580562" cy="3381325"/>
            <a:chOff x="-500554" y="-1910625"/>
            <a:chExt cx="1580562" cy="3381325"/>
          </a:xfrm>
        </p:grpSpPr>
        <p:grpSp>
          <p:nvGrpSpPr>
            <p:cNvPr id="122" name="Google Shape;122;p5"/>
            <p:cNvGrpSpPr/>
            <p:nvPr/>
          </p:nvGrpSpPr>
          <p:grpSpPr>
            <a:xfrm flipH="1" rot="5400000">
              <a:off x="-1326644" y="-1084534"/>
              <a:ext cx="3232743" cy="1580562"/>
              <a:chOff x="2191675" y="4192425"/>
              <a:chExt cx="1929650" cy="943450"/>
            </a:xfrm>
          </p:grpSpPr>
          <p:sp>
            <p:nvSpPr>
              <p:cNvPr id="123" name="Google Shape;123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65" name="Google Shape;165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34525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5"/>
          <p:cNvGrpSpPr/>
          <p:nvPr/>
        </p:nvGrpSpPr>
        <p:grpSpPr>
          <a:xfrm>
            <a:off x="7678750" y="3705625"/>
            <a:ext cx="2067292" cy="3199279"/>
            <a:chOff x="7678750" y="3705625"/>
            <a:chExt cx="2067292" cy="3199279"/>
          </a:xfrm>
        </p:grpSpPr>
        <p:grpSp>
          <p:nvGrpSpPr>
            <p:cNvPr id="167" name="Google Shape;167;p5"/>
            <p:cNvGrpSpPr/>
            <p:nvPr/>
          </p:nvGrpSpPr>
          <p:grpSpPr>
            <a:xfrm flipH="1" rot="5400000">
              <a:off x="7465663" y="4624525"/>
              <a:ext cx="3063126" cy="1497633"/>
              <a:chOff x="2191675" y="4192425"/>
              <a:chExt cx="1929650" cy="94345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10" name="Google Shape;210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7875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94800" y="3705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5" name="Google Shape;215;p6"/>
          <p:cNvGrpSpPr/>
          <p:nvPr/>
        </p:nvGrpSpPr>
        <p:grpSpPr>
          <a:xfrm>
            <a:off x="7990275" y="3274400"/>
            <a:ext cx="3920587" cy="1824125"/>
            <a:chOff x="7423500" y="3586650"/>
            <a:chExt cx="3920587" cy="1824125"/>
          </a:xfrm>
        </p:grpSpPr>
        <p:grpSp>
          <p:nvGrpSpPr>
            <p:cNvPr id="216" name="Google Shape;216;p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47" name="Google Shape;247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 txBox="1"/>
          <p:nvPr>
            <p:ph type="title"/>
          </p:nvPr>
        </p:nvSpPr>
        <p:spPr>
          <a:xfrm>
            <a:off x="3974167" y="788525"/>
            <a:ext cx="4175700" cy="12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7"/>
          <p:cNvSpPr txBox="1"/>
          <p:nvPr>
            <p:ph idx="1" type="body"/>
          </p:nvPr>
        </p:nvSpPr>
        <p:spPr>
          <a:xfrm>
            <a:off x="3974169" y="1990075"/>
            <a:ext cx="4175700" cy="23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54" name="Google Shape;254;p7"/>
          <p:cNvSpPr/>
          <p:nvPr>
            <p:ph idx="2" type="pic"/>
          </p:nvPr>
        </p:nvSpPr>
        <p:spPr>
          <a:xfrm>
            <a:off x="994131" y="694950"/>
            <a:ext cx="2540700" cy="37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55" name="Google Shape;255;p7"/>
          <p:cNvGrpSpPr/>
          <p:nvPr/>
        </p:nvGrpSpPr>
        <p:grpSpPr>
          <a:xfrm>
            <a:off x="-1776656" y="986429"/>
            <a:ext cx="3025131" cy="1757025"/>
            <a:chOff x="-1776656" y="986429"/>
            <a:chExt cx="3025131" cy="1757025"/>
          </a:xfrm>
        </p:grpSpPr>
        <p:grpSp>
          <p:nvGrpSpPr>
            <p:cNvPr id="256" name="Google Shape;256;p7"/>
            <p:cNvGrpSpPr/>
            <p:nvPr/>
          </p:nvGrpSpPr>
          <p:grpSpPr>
            <a:xfrm>
              <a:off x="-1776656" y="986429"/>
              <a:ext cx="2590356" cy="1757025"/>
              <a:chOff x="-1776656" y="986429"/>
              <a:chExt cx="2590356" cy="1757025"/>
            </a:xfrm>
          </p:grpSpPr>
          <p:grpSp>
            <p:nvGrpSpPr>
              <p:cNvPr id="257" name="Google Shape;257;p7"/>
              <p:cNvGrpSpPr/>
              <p:nvPr/>
            </p:nvGrpSpPr>
            <p:grpSpPr>
              <a:xfrm flipH="1">
                <a:off x="-1776656" y="986429"/>
                <a:ext cx="2590356" cy="1757025"/>
                <a:chOff x="2280775" y="570800"/>
                <a:chExt cx="1702725" cy="1154950"/>
              </a:xfrm>
            </p:grpSpPr>
            <p:sp>
              <p:nvSpPr>
                <p:cNvPr id="258" name="Google Shape;258;p7"/>
                <p:cNvSpPr/>
                <p:nvPr/>
              </p:nvSpPr>
              <p:spPr>
                <a:xfrm>
                  <a:off x="2562775" y="1179175"/>
                  <a:ext cx="1420725" cy="546575"/>
                </a:xfrm>
                <a:custGeom>
                  <a:rect b="b" l="l" r="r" t="t"/>
                  <a:pathLst>
                    <a:path extrusionOk="0" h="21863" w="56829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777" y="871"/>
                      </a:lnTo>
                      <a:lnTo>
                        <a:pt x="777" y="6495"/>
                      </a:lnTo>
                      <a:lnTo>
                        <a:pt x="15843" y="21831"/>
                      </a:lnTo>
                      <a:lnTo>
                        <a:pt x="15875" y="21863"/>
                      </a:lnTo>
                      <a:lnTo>
                        <a:pt x="56828" y="21863"/>
                      </a:lnTo>
                      <a:lnTo>
                        <a:pt x="56828" y="21673"/>
                      </a:lnTo>
                      <a:lnTo>
                        <a:pt x="15954" y="21673"/>
                      </a:lnTo>
                      <a:lnTo>
                        <a:pt x="983" y="6416"/>
                      </a:lnTo>
                      <a:lnTo>
                        <a:pt x="983" y="776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" name="Google Shape;259;p7"/>
                <p:cNvSpPr/>
                <p:nvPr/>
              </p:nvSpPr>
              <p:spPr>
                <a:xfrm>
                  <a:off x="2385350" y="1087275"/>
                  <a:ext cx="1598150" cy="574325"/>
                </a:xfrm>
                <a:custGeom>
                  <a:rect b="b" l="l" r="r" t="t"/>
                  <a:pathLst>
                    <a:path extrusionOk="0" h="22973" w="63926">
                      <a:moveTo>
                        <a:pt x="1901" y="1"/>
                      </a:moveTo>
                      <a:lnTo>
                        <a:pt x="0" y="1886"/>
                      </a:lnTo>
                      <a:lnTo>
                        <a:pt x="127" y="2013"/>
                      </a:lnTo>
                      <a:lnTo>
                        <a:pt x="1981" y="191"/>
                      </a:lnTo>
                      <a:lnTo>
                        <a:pt x="9363" y="191"/>
                      </a:lnTo>
                      <a:lnTo>
                        <a:pt x="9854" y="824"/>
                      </a:lnTo>
                      <a:lnTo>
                        <a:pt x="9854" y="8096"/>
                      </a:lnTo>
                      <a:lnTo>
                        <a:pt x="24636" y="22972"/>
                      </a:lnTo>
                      <a:lnTo>
                        <a:pt x="63925" y="22972"/>
                      </a:lnTo>
                      <a:lnTo>
                        <a:pt x="63925" y="22766"/>
                      </a:lnTo>
                      <a:lnTo>
                        <a:pt x="24715" y="22766"/>
                      </a:lnTo>
                      <a:lnTo>
                        <a:pt x="10060" y="8017"/>
                      </a:lnTo>
                      <a:lnTo>
                        <a:pt x="10060" y="745"/>
                      </a:lnTo>
                      <a:lnTo>
                        <a:pt x="94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0" name="Google Shape;260;p7"/>
                <p:cNvSpPr/>
                <p:nvPr/>
              </p:nvSpPr>
              <p:spPr>
                <a:xfrm>
                  <a:off x="2329900" y="1057575"/>
                  <a:ext cx="1653600" cy="579075"/>
                </a:xfrm>
                <a:custGeom>
                  <a:rect b="b" l="l" r="r" t="t"/>
                  <a:pathLst>
                    <a:path extrusionOk="0" h="23163" w="66144">
                      <a:moveTo>
                        <a:pt x="0" y="0"/>
                      </a:moveTo>
                      <a:lnTo>
                        <a:pt x="0" y="190"/>
                      </a:lnTo>
                      <a:lnTo>
                        <a:pt x="12278" y="190"/>
                      </a:lnTo>
                      <a:lnTo>
                        <a:pt x="13070" y="808"/>
                      </a:lnTo>
                      <a:lnTo>
                        <a:pt x="13070" y="8777"/>
                      </a:lnTo>
                      <a:lnTo>
                        <a:pt x="27297" y="23131"/>
                      </a:lnTo>
                      <a:lnTo>
                        <a:pt x="27329" y="23162"/>
                      </a:lnTo>
                      <a:lnTo>
                        <a:pt x="66143" y="23162"/>
                      </a:lnTo>
                      <a:lnTo>
                        <a:pt x="66143" y="22972"/>
                      </a:lnTo>
                      <a:lnTo>
                        <a:pt x="27408" y="22972"/>
                      </a:lnTo>
                      <a:lnTo>
                        <a:pt x="13261" y="8698"/>
                      </a:lnTo>
                      <a:lnTo>
                        <a:pt x="13261" y="713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" name="Google Shape;261;p7"/>
                <p:cNvSpPr/>
                <p:nvPr/>
              </p:nvSpPr>
              <p:spPr>
                <a:xfrm>
                  <a:off x="2547725" y="1017975"/>
                  <a:ext cx="1435775" cy="598875"/>
                </a:xfrm>
                <a:custGeom>
                  <a:rect b="b" l="l" r="r" t="t"/>
                  <a:pathLst>
                    <a:path extrusionOk="0" h="23955" w="57431">
                      <a:moveTo>
                        <a:pt x="1" y="0"/>
                      </a:moveTo>
                      <a:lnTo>
                        <a:pt x="1" y="190"/>
                      </a:lnTo>
                      <a:lnTo>
                        <a:pt x="4310" y="190"/>
                      </a:lnTo>
                      <a:lnTo>
                        <a:pt x="5340" y="1172"/>
                      </a:lnTo>
                      <a:lnTo>
                        <a:pt x="5340" y="9854"/>
                      </a:lnTo>
                      <a:lnTo>
                        <a:pt x="19059" y="23922"/>
                      </a:lnTo>
                      <a:lnTo>
                        <a:pt x="19091" y="23954"/>
                      </a:lnTo>
                      <a:lnTo>
                        <a:pt x="57430" y="23954"/>
                      </a:lnTo>
                      <a:lnTo>
                        <a:pt x="57430" y="23764"/>
                      </a:lnTo>
                      <a:lnTo>
                        <a:pt x="19186" y="23764"/>
                      </a:lnTo>
                      <a:lnTo>
                        <a:pt x="5546" y="9775"/>
                      </a:lnTo>
                      <a:lnTo>
                        <a:pt x="5546" y="1093"/>
                      </a:lnTo>
                      <a:lnTo>
                        <a:pt x="4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" name="Google Shape;262;p7"/>
                <p:cNvSpPr/>
                <p:nvPr/>
              </p:nvSpPr>
              <p:spPr>
                <a:xfrm>
                  <a:off x="2442775" y="978350"/>
                  <a:ext cx="1540725" cy="613925"/>
                </a:xfrm>
                <a:custGeom>
                  <a:rect b="b" l="l" r="r" t="t"/>
                  <a:pathLst>
                    <a:path extrusionOk="0" h="24557" w="61629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9126" y="191"/>
                      </a:lnTo>
                      <a:lnTo>
                        <a:pt x="10330" y="1522"/>
                      </a:lnTo>
                      <a:lnTo>
                        <a:pt x="10330" y="10948"/>
                      </a:lnTo>
                      <a:lnTo>
                        <a:pt x="23733" y="24509"/>
                      </a:lnTo>
                      <a:lnTo>
                        <a:pt x="23780" y="24557"/>
                      </a:lnTo>
                      <a:lnTo>
                        <a:pt x="61628" y="24557"/>
                      </a:lnTo>
                      <a:lnTo>
                        <a:pt x="61628" y="24351"/>
                      </a:lnTo>
                      <a:lnTo>
                        <a:pt x="23859" y="24351"/>
                      </a:lnTo>
                      <a:lnTo>
                        <a:pt x="10536" y="10869"/>
                      </a:lnTo>
                      <a:lnTo>
                        <a:pt x="10536" y="1442"/>
                      </a:lnTo>
                      <a:lnTo>
                        <a:pt x="92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" name="Google Shape;263;p7"/>
                <p:cNvSpPr/>
                <p:nvPr/>
              </p:nvSpPr>
              <p:spPr>
                <a:xfrm>
                  <a:off x="2676850" y="934800"/>
                  <a:ext cx="1306650" cy="637675"/>
                </a:xfrm>
                <a:custGeom>
                  <a:rect b="b" l="l" r="r" t="t"/>
                  <a:pathLst>
                    <a:path extrusionOk="0" h="25507" w="52266">
                      <a:moveTo>
                        <a:pt x="143" y="0"/>
                      </a:moveTo>
                      <a:lnTo>
                        <a:pt x="0" y="143"/>
                      </a:lnTo>
                      <a:lnTo>
                        <a:pt x="1965" y="2060"/>
                      </a:lnTo>
                      <a:lnTo>
                        <a:pt x="1965" y="12183"/>
                      </a:lnTo>
                      <a:lnTo>
                        <a:pt x="14845" y="25459"/>
                      </a:lnTo>
                      <a:lnTo>
                        <a:pt x="14892" y="25507"/>
                      </a:lnTo>
                      <a:lnTo>
                        <a:pt x="52265" y="25507"/>
                      </a:lnTo>
                      <a:lnTo>
                        <a:pt x="52265" y="25301"/>
                      </a:lnTo>
                      <a:lnTo>
                        <a:pt x="14972" y="25301"/>
                      </a:lnTo>
                      <a:lnTo>
                        <a:pt x="2155" y="12104"/>
                      </a:lnTo>
                      <a:lnTo>
                        <a:pt x="2155" y="1980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7"/>
                <p:cNvSpPr/>
                <p:nvPr/>
              </p:nvSpPr>
              <p:spPr>
                <a:xfrm>
                  <a:off x="2508525" y="824675"/>
                  <a:ext cx="1474975" cy="722850"/>
                </a:xfrm>
                <a:custGeom>
                  <a:rect b="b" l="l" r="r" t="t"/>
                  <a:pathLst>
                    <a:path extrusionOk="0" h="28914" w="58999">
                      <a:moveTo>
                        <a:pt x="3391" y="1"/>
                      </a:moveTo>
                      <a:lnTo>
                        <a:pt x="0" y="3439"/>
                      </a:lnTo>
                      <a:lnTo>
                        <a:pt x="143" y="3565"/>
                      </a:lnTo>
                      <a:lnTo>
                        <a:pt x="3470" y="207"/>
                      </a:lnTo>
                      <a:lnTo>
                        <a:pt x="6337" y="207"/>
                      </a:lnTo>
                      <a:lnTo>
                        <a:pt x="9490" y="3407"/>
                      </a:lnTo>
                      <a:lnTo>
                        <a:pt x="9490" y="16081"/>
                      </a:lnTo>
                      <a:lnTo>
                        <a:pt x="22085" y="28882"/>
                      </a:lnTo>
                      <a:lnTo>
                        <a:pt x="22101" y="28914"/>
                      </a:lnTo>
                      <a:lnTo>
                        <a:pt x="58998" y="28914"/>
                      </a:lnTo>
                      <a:lnTo>
                        <a:pt x="58998" y="28724"/>
                      </a:lnTo>
                      <a:lnTo>
                        <a:pt x="22180" y="28724"/>
                      </a:lnTo>
                      <a:lnTo>
                        <a:pt x="9680" y="16002"/>
                      </a:lnTo>
                      <a:lnTo>
                        <a:pt x="9680" y="3328"/>
                      </a:lnTo>
                      <a:lnTo>
                        <a:pt x="64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" name="Google Shape;265;p7"/>
                <p:cNvSpPr/>
                <p:nvPr/>
              </p:nvSpPr>
              <p:spPr>
                <a:xfrm>
                  <a:off x="2413850" y="804875"/>
                  <a:ext cx="1569650" cy="718100"/>
                </a:xfrm>
                <a:custGeom>
                  <a:rect b="b" l="l" r="r" t="t"/>
                  <a:pathLst>
                    <a:path extrusionOk="0" h="28724" w="62786">
                      <a:moveTo>
                        <a:pt x="7178" y="1"/>
                      </a:moveTo>
                      <a:lnTo>
                        <a:pt x="4738" y="2377"/>
                      </a:lnTo>
                      <a:lnTo>
                        <a:pt x="1" y="2377"/>
                      </a:lnTo>
                      <a:lnTo>
                        <a:pt x="1" y="2583"/>
                      </a:lnTo>
                      <a:lnTo>
                        <a:pt x="4817" y="2583"/>
                      </a:lnTo>
                      <a:lnTo>
                        <a:pt x="7257" y="207"/>
                      </a:lnTo>
                      <a:lnTo>
                        <a:pt x="10901" y="207"/>
                      </a:lnTo>
                      <a:lnTo>
                        <a:pt x="14259" y="3597"/>
                      </a:lnTo>
                      <a:lnTo>
                        <a:pt x="14259" y="16382"/>
                      </a:lnTo>
                      <a:lnTo>
                        <a:pt x="26347" y="28676"/>
                      </a:lnTo>
                      <a:lnTo>
                        <a:pt x="26363" y="28723"/>
                      </a:lnTo>
                      <a:lnTo>
                        <a:pt x="62785" y="28723"/>
                      </a:lnTo>
                      <a:lnTo>
                        <a:pt x="62785" y="28517"/>
                      </a:lnTo>
                      <a:lnTo>
                        <a:pt x="26442" y="28517"/>
                      </a:lnTo>
                      <a:lnTo>
                        <a:pt x="14465" y="16303"/>
                      </a:lnTo>
                      <a:lnTo>
                        <a:pt x="14465" y="3502"/>
                      </a:lnTo>
                      <a:lnTo>
                        <a:pt x="109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7"/>
                <p:cNvSpPr/>
                <p:nvPr/>
              </p:nvSpPr>
              <p:spPr>
                <a:xfrm>
                  <a:off x="2946975" y="1316600"/>
                  <a:ext cx="1036525" cy="166775"/>
                </a:xfrm>
                <a:custGeom>
                  <a:rect b="b" l="l" r="r" t="t"/>
                  <a:pathLst>
                    <a:path extrusionOk="0" h="6671" w="41461">
                      <a:moveTo>
                        <a:pt x="143" y="0"/>
                      </a:moveTo>
                      <a:lnTo>
                        <a:pt x="0" y="127"/>
                      </a:lnTo>
                      <a:lnTo>
                        <a:pt x="6559" y="6670"/>
                      </a:lnTo>
                      <a:lnTo>
                        <a:pt x="41460" y="6670"/>
                      </a:lnTo>
                      <a:lnTo>
                        <a:pt x="41460" y="6464"/>
                      </a:lnTo>
                      <a:lnTo>
                        <a:pt x="6638" y="6464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7"/>
                <p:cNvSpPr/>
                <p:nvPr/>
              </p:nvSpPr>
              <p:spPr>
                <a:xfrm>
                  <a:off x="2770325" y="666250"/>
                  <a:ext cx="1213175" cy="752550"/>
                </a:xfrm>
                <a:custGeom>
                  <a:rect b="b" l="l" r="r" t="t"/>
                  <a:pathLst>
                    <a:path extrusionOk="0" h="30102" w="48527">
                      <a:moveTo>
                        <a:pt x="0" y="1"/>
                      </a:moveTo>
                      <a:lnTo>
                        <a:pt x="0" y="2979"/>
                      </a:lnTo>
                      <a:lnTo>
                        <a:pt x="2377" y="5292"/>
                      </a:lnTo>
                      <a:lnTo>
                        <a:pt x="2377" y="19725"/>
                      </a:lnTo>
                      <a:lnTo>
                        <a:pt x="13039" y="30102"/>
                      </a:lnTo>
                      <a:lnTo>
                        <a:pt x="48526" y="30102"/>
                      </a:lnTo>
                      <a:lnTo>
                        <a:pt x="48526" y="29912"/>
                      </a:lnTo>
                      <a:lnTo>
                        <a:pt x="13118" y="29912"/>
                      </a:lnTo>
                      <a:lnTo>
                        <a:pt x="2583" y="19630"/>
                      </a:lnTo>
                      <a:lnTo>
                        <a:pt x="2583" y="5213"/>
                      </a:lnTo>
                      <a:lnTo>
                        <a:pt x="206" y="2900"/>
                      </a:lnTo>
                      <a:lnTo>
                        <a:pt x="20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" name="Google Shape;268;p7"/>
                <p:cNvSpPr/>
                <p:nvPr/>
              </p:nvSpPr>
              <p:spPr>
                <a:xfrm>
                  <a:off x="2864575" y="798150"/>
                  <a:ext cx="1118925" cy="606000"/>
                </a:xfrm>
                <a:custGeom>
                  <a:rect b="b" l="l" r="r" t="t"/>
                  <a:pathLst>
                    <a:path extrusionOk="0" h="24240" w="44757">
                      <a:moveTo>
                        <a:pt x="1" y="0"/>
                      </a:moveTo>
                      <a:lnTo>
                        <a:pt x="1" y="14132"/>
                      </a:lnTo>
                      <a:lnTo>
                        <a:pt x="10140" y="24240"/>
                      </a:lnTo>
                      <a:lnTo>
                        <a:pt x="44756" y="24240"/>
                      </a:lnTo>
                      <a:lnTo>
                        <a:pt x="44756" y="24034"/>
                      </a:lnTo>
                      <a:lnTo>
                        <a:pt x="10219" y="24034"/>
                      </a:lnTo>
                      <a:lnTo>
                        <a:pt x="191" y="14053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" name="Google Shape;269;p7"/>
                <p:cNvSpPr/>
                <p:nvPr/>
              </p:nvSpPr>
              <p:spPr>
                <a:xfrm>
                  <a:off x="2857050" y="695175"/>
                  <a:ext cx="1126450" cy="684025"/>
                </a:xfrm>
                <a:custGeom>
                  <a:rect b="b" l="l" r="r" t="t"/>
                  <a:pathLst>
                    <a:path extrusionOk="0" h="27361" w="45058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1680" y="1901"/>
                      </a:lnTo>
                      <a:lnTo>
                        <a:pt x="1680" y="17760"/>
                      </a:lnTo>
                      <a:lnTo>
                        <a:pt x="11503" y="27361"/>
                      </a:lnTo>
                      <a:lnTo>
                        <a:pt x="45057" y="27361"/>
                      </a:lnTo>
                      <a:lnTo>
                        <a:pt x="45057" y="27170"/>
                      </a:lnTo>
                      <a:lnTo>
                        <a:pt x="11582" y="27170"/>
                      </a:lnTo>
                      <a:lnTo>
                        <a:pt x="1886" y="17681"/>
                      </a:lnTo>
                      <a:lnTo>
                        <a:pt x="1886" y="1822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7"/>
                <p:cNvSpPr/>
                <p:nvPr/>
              </p:nvSpPr>
              <p:spPr>
                <a:xfrm>
                  <a:off x="2567525" y="596950"/>
                  <a:ext cx="1415975" cy="728000"/>
                </a:xfrm>
                <a:custGeom>
                  <a:rect b="b" l="l" r="r" t="t"/>
                  <a:pathLst>
                    <a:path extrusionOk="0" h="29120" w="56639">
                      <a:moveTo>
                        <a:pt x="1" y="0"/>
                      </a:moveTo>
                      <a:lnTo>
                        <a:pt x="1" y="206"/>
                      </a:lnTo>
                      <a:lnTo>
                        <a:pt x="12247" y="206"/>
                      </a:lnTo>
                      <a:lnTo>
                        <a:pt x="15241" y="3296"/>
                      </a:lnTo>
                      <a:lnTo>
                        <a:pt x="15241" y="20279"/>
                      </a:lnTo>
                      <a:lnTo>
                        <a:pt x="24256" y="29119"/>
                      </a:lnTo>
                      <a:lnTo>
                        <a:pt x="56638" y="29119"/>
                      </a:lnTo>
                      <a:lnTo>
                        <a:pt x="56638" y="28913"/>
                      </a:lnTo>
                      <a:lnTo>
                        <a:pt x="24335" y="28913"/>
                      </a:lnTo>
                      <a:lnTo>
                        <a:pt x="15447" y="20200"/>
                      </a:lnTo>
                      <a:lnTo>
                        <a:pt x="15447" y="3216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7"/>
                <p:cNvSpPr/>
                <p:nvPr/>
              </p:nvSpPr>
              <p:spPr>
                <a:xfrm>
                  <a:off x="2357225" y="1123325"/>
                  <a:ext cx="46750" cy="46350"/>
                </a:xfrm>
                <a:custGeom>
                  <a:rect b="b" l="l" r="r" t="t"/>
                  <a:pathLst>
                    <a:path extrusionOk="0" h="1854" w="1870">
                      <a:moveTo>
                        <a:pt x="935" y="0"/>
                      </a:moveTo>
                      <a:cubicBezTo>
                        <a:pt x="428" y="0"/>
                        <a:pt x="1" y="412"/>
                        <a:pt x="1" y="935"/>
                      </a:cubicBezTo>
                      <a:cubicBezTo>
                        <a:pt x="1" y="1442"/>
                        <a:pt x="428" y="1854"/>
                        <a:pt x="935" y="1854"/>
                      </a:cubicBezTo>
                      <a:cubicBezTo>
                        <a:pt x="1458" y="1854"/>
                        <a:pt x="1870" y="1442"/>
                        <a:pt x="1870" y="935"/>
                      </a:cubicBezTo>
                      <a:cubicBezTo>
                        <a:pt x="1870" y="412"/>
                        <a:pt x="1458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2748525" y="633375"/>
                  <a:ext cx="46775" cy="46375"/>
                </a:xfrm>
                <a:custGeom>
                  <a:rect b="b" l="l" r="r" t="t"/>
                  <a:pathLst>
                    <a:path extrusionOk="0" h="1855" w="1871">
                      <a:moveTo>
                        <a:pt x="936" y="1"/>
                      </a:moveTo>
                      <a:cubicBezTo>
                        <a:pt x="413" y="1"/>
                        <a:pt x="1" y="413"/>
                        <a:pt x="1" y="920"/>
                      </a:cubicBezTo>
                      <a:cubicBezTo>
                        <a:pt x="1" y="1443"/>
                        <a:pt x="413" y="1854"/>
                        <a:pt x="936" y="1854"/>
                      </a:cubicBezTo>
                      <a:cubicBezTo>
                        <a:pt x="1443" y="1854"/>
                        <a:pt x="1870" y="1443"/>
                        <a:pt x="1870" y="920"/>
                      </a:cubicBezTo>
                      <a:cubicBezTo>
                        <a:pt x="1870" y="413"/>
                        <a:pt x="1443" y="1"/>
                        <a:pt x="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2842800" y="682900"/>
                  <a:ext cx="46375" cy="46350"/>
                </a:xfrm>
                <a:custGeom>
                  <a:rect b="b" l="l" r="r" t="t"/>
                  <a:pathLst>
                    <a:path extrusionOk="0" h="1854" w="1855">
                      <a:moveTo>
                        <a:pt x="919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19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2530700" y="1148275"/>
                  <a:ext cx="46375" cy="46350"/>
                </a:xfrm>
                <a:custGeom>
                  <a:rect b="b" l="l" r="r" t="t"/>
                  <a:pathLst>
                    <a:path extrusionOk="0" h="1854" w="1855">
                      <a:moveTo>
                        <a:pt x="935" y="0"/>
                      </a:moveTo>
                      <a:cubicBezTo>
                        <a:pt x="412" y="0"/>
                        <a:pt x="1" y="412"/>
                        <a:pt x="1" y="919"/>
                      </a:cubicBezTo>
                      <a:cubicBezTo>
                        <a:pt x="1" y="1442"/>
                        <a:pt x="412" y="1854"/>
                        <a:pt x="935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7"/>
                <p:cNvSpPr/>
                <p:nvPr/>
              </p:nvSpPr>
              <p:spPr>
                <a:xfrm>
                  <a:off x="2916875" y="1286900"/>
                  <a:ext cx="46750" cy="46350"/>
                </a:xfrm>
                <a:custGeom>
                  <a:rect b="b" l="l" r="r" t="t"/>
                  <a:pathLst>
                    <a:path extrusionOk="0" h="1854" w="1870">
                      <a:moveTo>
                        <a:pt x="935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35" y="1854"/>
                      </a:cubicBezTo>
                      <a:cubicBezTo>
                        <a:pt x="1442" y="1854"/>
                        <a:pt x="1869" y="1442"/>
                        <a:pt x="1869" y="919"/>
                      </a:cubicBezTo>
                      <a:cubicBezTo>
                        <a:pt x="1869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7"/>
                <p:cNvSpPr/>
                <p:nvPr/>
              </p:nvSpPr>
              <p:spPr>
                <a:xfrm>
                  <a:off x="2280775" y="1031425"/>
                  <a:ext cx="51525" cy="51525"/>
                </a:xfrm>
                <a:custGeom>
                  <a:rect b="b" l="l" r="r" t="t"/>
                  <a:pathLst>
                    <a:path extrusionOk="0" h="2061" w="2061">
                      <a:moveTo>
                        <a:pt x="1031" y="207"/>
                      </a:moveTo>
                      <a:cubicBezTo>
                        <a:pt x="1490" y="207"/>
                        <a:pt x="1854" y="587"/>
                        <a:pt x="1854" y="1046"/>
                      </a:cubicBezTo>
                      <a:cubicBezTo>
                        <a:pt x="1854" y="1506"/>
                        <a:pt x="1490" y="1870"/>
                        <a:pt x="1031" y="1870"/>
                      </a:cubicBezTo>
                      <a:cubicBezTo>
                        <a:pt x="571" y="1870"/>
                        <a:pt x="191" y="1506"/>
                        <a:pt x="191" y="1046"/>
                      </a:cubicBezTo>
                      <a:cubicBezTo>
                        <a:pt x="191" y="587"/>
                        <a:pt x="571" y="207"/>
                        <a:pt x="1031" y="207"/>
                      </a:cubicBezTo>
                      <a:close/>
                      <a:moveTo>
                        <a:pt x="1031" y="1"/>
                      </a:moveTo>
                      <a:cubicBezTo>
                        <a:pt x="460" y="1"/>
                        <a:pt x="1" y="476"/>
                        <a:pt x="1" y="1030"/>
                      </a:cubicBezTo>
                      <a:cubicBezTo>
                        <a:pt x="1" y="1601"/>
                        <a:pt x="476" y="2060"/>
                        <a:pt x="1031" y="2060"/>
                      </a:cubicBezTo>
                      <a:cubicBezTo>
                        <a:pt x="1601" y="2060"/>
                        <a:pt x="2060" y="1601"/>
                        <a:pt x="2060" y="1030"/>
                      </a:cubicBezTo>
                      <a:cubicBezTo>
                        <a:pt x="2060" y="444"/>
                        <a:pt x="1585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2364750" y="842900"/>
                  <a:ext cx="51525" cy="51925"/>
                </a:xfrm>
                <a:custGeom>
                  <a:rect b="b" l="l" r="r" t="t"/>
                  <a:pathLst>
                    <a:path extrusionOk="0" h="2077" w="2061">
                      <a:moveTo>
                        <a:pt x="1030" y="222"/>
                      </a:moveTo>
                      <a:cubicBezTo>
                        <a:pt x="1490" y="222"/>
                        <a:pt x="1870" y="603"/>
                        <a:pt x="1870" y="1062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6" y="1522"/>
                        <a:pt x="206" y="1062"/>
                      </a:cubicBezTo>
                      <a:cubicBezTo>
                        <a:pt x="206" y="603"/>
                        <a:pt x="587" y="222"/>
                        <a:pt x="1030" y="222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92"/>
                        <a:pt x="1" y="1046"/>
                      </a:cubicBezTo>
                      <a:cubicBezTo>
                        <a:pt x="1" y="1617"/>
                        <a:pt x="476" y="2076"/>
                        <a:pt x="1030" y="2076"/>
                      </a:cubicBezTo>
                      <a:cubicBezTo>
                        <a:pt x="1616" y="2076"/>
                        <a:pt x="2060" y="1617"/>
                        <a:pt x="2060" y="1046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2468925" y="9027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0" y="1870"/>
                        <a:pt x="190" y="1506"/>
                        <a:pt x="190" y="1046"/>
                      </a:cubicBezTo>
                      <a:cubicBezTo>
                        <a:pt x="190" y="587"/>
                        <a:pt x="570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584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2637250" y="8928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600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2394450" y="952225"/>
                  <a:ext cx="51525" cy="51500"/>
                </a:xfrm>
                <a:custGeom>
                  <a:rect b="b" l="l" r="r" t="t"/>
                  <a:pathLst>
                    <a:path extrusionOk="0" h="2060" w="2061">
                      <a:moveTo>
                        <a:pt x="1030" y="206"/>
                      </a:moveTo>
                      <a:cubicBezTo>
                        <a:pt x="1490" y="206"/>
                        <a:pt x="1870" y="586"/>
                        <a:pt x="1870" y="1046"/>
                      </a:cubicBezTo>
                      <a:cubicBezTo>
                        <a:pt x="1870" y="1489"/>
                        <a:pt x="1490" y="1870"/>
                        <a:pt x="1030" y="1870"/>
                      </a:cubicBezTo>
                      <a:cubicBezTo>
                        <a:pt x="587" y="1870"/>
                        <a:pt x="207" y="1505"/>
                        <a:pt x="207" y="1046"/>
                      </a:cubicBezTo>
                      <a:cubicBezTo>
                        <a:pt x="207" y="586"/>
                        <a:pt x="587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60" y="0"/>
                        <a:pt x="1" y="475"/>
                        <a:pt x="1" y="1030"/>
                      </a:cubicBezTo>
                      <a:cubicBezTo>
                        <a:pt x="1" y="1600"/>
                        <a:pt x="476" y="2060"/>
                        <a:pt x="1030" y="2060"/>
                      </a:cubicBezTo>
                      <a:cubicBezTo>
                        <a:pt x="1617" y="2060"/>
                        <a:pt x="2060" y="1600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>
                  <a:off x="2498625" y="991825"/>
                  <a:ext cx="51500" cy="51500"/>
                </a:xfrm>
                <a:custGeom>
                  <a:rect b="b" l="l" r="r" t="t"/>
                  <a:pathLst>
                    <a:path extrusionOk="0" h="2060" w="2060">
                      <a:moveTo>
                        <a:pt x="1030" y="206"/>
                      </a:moveTo>
                      <a:cubicBezTo>
                        <a:pt x="1489" y="206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44" y="0"/>
                        <a:pt x="0" y="476"/>
                        <a:pt x="0" y="1030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>
                  <a:off x="2840025" y="749025"/>
                  <a:ext cx="51525" cy="51525"/>
                </a:xfrm>
                <a:custGeom>
                  <a:rect b="b" l="l" r="r" t="t"/>
                  <a:pathLst>
                    <a:path extrusionOk="0" h="2061" w="2061">
                      <a:moveTo>
                        <a:pt x="1030" y="223"/>
                      </a:moveTo>
                      <a:cubicBezTo>
                        <a:pt x="1490" y="223"/>
                        <a:pt x="1870" y="603"/>
                        <a:pt x="1870" y="1047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7" y="1506"/>
                        <a:pt x="207" y="1047"/>
                      </a:cubicBezTo>
                      <a:cubicBezTo>
                        <a:pt x="207" y="603"/>
                        <a:pt x="587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76"/>
                        <a:pt x="1" y="1031"/>
                      </a:cubicBezTo>
                      <a:cubicBezTo>
                        <a:pt x="1" y="1601"/>
                        <a:pt x="476" y="2060"/>
                        <a:pt x="1030" y="2060"/>
                      </a:cubicBezTo>
                      <a:cubicBezTo>
                        <a:pt x="1617" y="2060"/>
                        <a:pt x="2060" y="1601"/>
                        <a:pt x="2060" y="1031"/>
                      </a:cubicBezTo>
                      <a:cubicBezTo>
                        <a:pt x="2060" y="460"/>
                        <a:pt x="1601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2518425" y="5708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23"/>
                      </a:moveTo>
                      <a:cubicBezTo>
                        <a:pt x="1490" y="223"/>
                        <a:pt x="1854" y="603"/>
                        <a:pt x="1854" y="1046"/>
                      </a:cubicBezTo>
                      <a:cubicBezTo>
                        <a:pt x="1854" y="1506"/>
                        <a:pt x="1490" y="1886"/>
                        <a:pt x="1030" y="1886"/>
                      </a:cubicBezTo>
                      <a:cubicBezTo>
                        <a:pt x="571" y="1886"/>
                        <a:pt x="191" y="1506"/>
                        <a:pt x="191" y="1046"/>
                      </a:cubicBezTo>
                      <a:cubicBezTo>
                        <a:pt x="191" y="603"/>
                        <a:pt x="571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1" y="2060"/>
                        <a:pt x="2060" y="1601"/>
                        <a:pt x="2060" y="1031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4" name="Google Shape;284;p7"/>
              <p:cNvSpPr/>
              <p:nvPr/>
            </p:nvSpPr>
            <p:spPr>
              <a:xfrm flipH="1">
                <a:off x="-621102" y="1681604"/>
                <a:ext cx="831600" cy="831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52549"/>
                    </a:srgbClr>
                  </a:gs>
                  <a:gs pos="68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aira"/>
                  <a:ea typeface="Saira"/>
                  <a:cs typeface="Saira"/>
                  <a:sym typeface="Saira"/>
                </a:endParaRPr>
              </a:p>
            </p:txBody>
          </p:sp>
        </p:grpSp>
        <p:pic>
          <p:nvPicPr>
            <p:cNvPr id="285" name="Google Shape;285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25" y="127626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7"/>
          <p:cNvGrpSpPr/>
          <p:nvPr/>
        </p:nvGrpSpPr>
        <p:grpSpPr>
          <a:xfrm>
            <a:off x="7706000" y="3177613"/>
            <a:ext cx="1582102" cy="3138965"/>
            <a:chOff x="7706000" y="3177613"/>
            <a:chExt cx="1582102" cy="3138965"/>
          </a:xfrm>
        </p:grpSpPr>
        <p:grpSp>
          <p:nvGrpSpPr>
            <p:cNvPr id="287" name="Google Shape;287;p7"/>
            <p:cNvGrpSpPr/>
            <p:nvPr/>
          </p:nvGrpSpPr>
          <p:grpSpPr>
            <a:xfrm flipH="1">
              <a:off x="8246887" y="3744934"/>
              <a:ext cx="1041216" cy="2571644"/>
              <a:chOff x="4709050" y="974800"/>
              <a:chExt cx="684425" cy="1690425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7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7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7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7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09" name="Google Shape;309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72900" y="31776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06000" y="40771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/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4" name="Google Shape;374;p9"/>
          <p:cNvSpPr txBox="1"/>
          <p:nvPr>
            <p:ph idx="1" type="subTitle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1"/>
          <p:cNvSpPr txBox="1"/>
          <p:nvPr>
            <p:ph hasCustomPrompt="1" type="title"/>
          </p:nvPr>
        </p:nvSpPr>
        <p:spPr>
          <a:xfrm>
            <a:off x="2159550" y="1527013"/>
            <a:ext cx="4824900" cy="117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7" name="Google Shape;497;p11"/>
          <p:cNvSpPr txBox="1"/>
          <p:nvPr>
            <p:ph idx="1" type="subTitle"/>
          </p:nvPr>
        </p:nvSpPr>
        <p:spPr>
          <a:xfrm>
            <a:off x="2159550" y="3051213"/>
            <a:ext cx="4824900" cy="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498" name="Google Shape;498;p11"/>
          <p:cNvGrpSpPr/>
          <p:nvPr/>
        </p:nvGrpSpPr>
        <p:grpSpPr>
          <a:xfrm>
            <a:off x="-1684333" y="361707"/>
            <a:ext cx="3475508" cy="1748318"/>
            <a:chOff x="-1684333" y="361707"/>
            <a:chExt cx="3475508" cy="1748318"/>
          </a:xfrm>
        </p:grpSpPr>
        <p:grpSp>
          <p:nvGrpSpPr>
            <p:cNvPr id="499" name="Google Shape;499;p11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00" name="Google Shape;500;p11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1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1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1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1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1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1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1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1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1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1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1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1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1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1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1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1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1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1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1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21" name="Google Shape;521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13825" y="74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15425" y="93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29575" y="421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p11"/>
          <p:cNvGrpSpPr/>
          <p:nvPr/>
        </p:nvGrpSpPr>
        <p:grpSpPr>
          <a:xfrm>
            <a:off x="7315700" y="3550475"/>
            <a:ext cx="4028387" cy="1908650"/>
            <a:chOff x="7315700" y="3550475"/>
            <a:chExt cx="4028387" cy="1908650"/>
          </a:xfrm>
        </p:grpSpPr>
        <p:grpSp>
          <p:nvGrpSpPr>
            <p:cNvPr id="525" name="Google Shape;525;p11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526" name="Google Shape;526;p11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1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1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1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1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1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1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1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1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1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1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1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1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1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1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1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1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1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1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1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1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1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1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1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1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1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1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1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56" name="Google Shape;556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15700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9575" y="35504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41625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3"/>
          <p:cNvSpPr txBox="1"/>
          <p:nvPr>
            <p:ph hasCustomPrompt="1" type="title"/>
          </p:nvPr>
        </p:nvSpPr>
        <p:spPr>
          <a:xfrm>
            <a:off x="1293604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3" name="Google Shape;563;p13"/>
          <p:cNvSpPr txBox="1"/>
          <p:nvPr>
            <p:ph hasCustomPrompt="1" idx="2" type="title"/>
          </p:nvPr>
        </p:nvSpPr>
        <p:spPr>
          <a:xfrm>
            <a:off x="3883926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/>
          <p:nvPr>
            <p:ph hasCustomPrompt="1" idx="3" type="title"/>
          </p:nvPr>
        </p:nvSpPr>
        <p:spPr>
          <a:xfrm>
            <a:off x="6471600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/>
          <p:nvPr>
            <p:ph hasCustomPrompt="1" idx="4" type="title"/>
          </p:nvPr>
        </p:nvSpPr>
        <p:spPr>
          <a:xfrm>
            <a:off x="1293604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6" name="Google Shape;566;p13"/>
          <p:cNvSpPr txBox="1"/>
          <p:nvPr>
            <p:ph hasCustomPrompt="1" idx="5" type="title"/>
          </p:nvPr>
        </p:nvSpPr>
        <p:spPr>
          <a:xfrm>
            <a:off x="3883926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/>
          <p:nvPr>
            <p:ph hasCustomPrompt="1" idx="6" type="title"/>
          </p:nvPr>
        </p:nvSpPr>
        <p:spPr>
          <a:xfrm>
            <a:off x="6471600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/>
          <p:nvPr>
            <p:ph idx="7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9" name="Google Shape;569;p13"/>
          <p:cNvSpPr txBox="1"/>
          <p:nvPr>
            <p:ph idx="1" type="subTitle"/>
          </p:nvPr>
        </p:nvSpPr>
        <p:spPr>
          <a:xfrm>
            <a:off x="720002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0" name="Google Shape;570;p13"/>
          <p:cNvSpPr txBox="1"/>
          <p:nvPr>
            <p:ph idx="8" type="subTitle"/>
          </p:nvPr>
        </p:nvSpPr>
        <p:spPr>
          <a:xfrm>
            <a:off x="3310324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1" name="Google Shape;571;p13"/>
          <p:cNvSpPr txBox="1"/>
          <p:nvPr>
            <p:ph idx="9" type="subTitle"/>
          </p:nvPr>
        </p:nvSpPr>
        <p:spPr>
          <a:xfrm>
            <a:off x="5897998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2" name="Google Shape;572;p13"/>
          <p:cNvSpPr txBox="1"/>
          <p:nvPr>
            <p:ph idx="13" type="subTitle"/>
          </p:nvPr>
        </p:nvSpPr>
        <p:spPr>
          <a:xfrm>
            <a:off x="720002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3" name="Google Shape;573;p13"/>
          <p:cNvSpPr txBox="1"/>
          <p:nvPr>
            <p:ph idx="14" type="subTitle"/>
          </p:nvPr>
        </p:nvSpPr>
        <p:spPr>
          <a:xfrm>
            <a:off x="3310324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4" name="Google Shape;574;p13"/>
          <p:cNvSpPr txBox="1"/>
          <p:nvPr>
            <p:ph idx="15" type="subTitle"/>
          </p:nvPr>
        </p:nvSpPr>
        <p:spPr>
          <a:xfrm>
            <a:off x="5897998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575" name="Google Shape;575;p13"/>
          <p:cNvGrpSpPr/>
          <p:nvPr/>
        </p:nvGrpSpPr>
        <p:grpSpPr>
          <a:xfrm>
            <a:off x="7594475" y="-1910625"/>
            <a:ext cx="2151567" cy="3381325"/>
            <a:chOff x="7594475" y="-1910625"/>
            <a:chExt cx="2151567" cy="3381325"/>
          </a:xfrm>
        </p:grpSpPr>
        <p:grpSp>
          <p:nvGrpSpPr>
            <p:cNvPr id="576" name="Google Shape;576;p13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19" name="Google Shape;619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4475" y="-27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13"/>
          <p:cNvGrpSpPr/>
          <p:nvPr/>
        </p:nvGrpSpPr>
        <p:grpSpPr>
          <a:xfrm>
            <a:off x="-500554" y="3650100"/>
            <a:ext cx="2057554" cy="3254804"/>
            <a:chOff x="-500554" y="3650100"/>
            <a:chExt cx="2057554" cy="3254804"/>
          </a:xfrm>
        </p:grpSpPr>
        <p:grpSp>
          <p:nvGrpSpPr>
            <p:cNvPr id="622" name="Google Shape;622;p13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623" name="Google Shape;623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65" name="Google Shape;665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79650" y="4192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6" name="Google Shape;666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50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70" name="Google Shape;670;p14"/>
          <p:cNvGrpSpPr/>
          <p:nvPr/>
        </p:nvGrpSpPr>
        <p:grpSpPr>
          <a:xfrm rot="5400000">
            <a:off x="-1448144" y="5026619"/>
            <a:ext cx="4021700" cy="1824125"/>
            <a:chOff x="7322388" y="3586650"/>
            <a:chExt cx="4021700" cy="1824125"/>
          </a:xfrm>
        </p:grpSpPr>
        <p:grpSp>
          <p:nvGrpSpPr>
            <p:cNvPr id="671" name="Google Shape;671;p14"/>
            <p:cNvGrpSpPr/>
            <p:nvPr/>
          </p:nvGrpSpPr>
          <p:grpSpPr>
            <a:xfrm>
              <a:off x="7872231" y="3702559"/>
              <a:ext cx="3471856" cy="1323917"/>
              <a:chOff x="2175025" y="2071900"/>
              <a:chExt cx="2090850" cy="797300"/>
            </a:xfrm>
          </p:grpSpPr>
          <p:sp>
            <p:nvSpPr>
              <p:cNvPr id="672" name="Google Shape;672;p1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1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1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1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1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1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1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1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1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98" name="Google Shape;698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2388" y="41727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5"/>
          <p:cNvSpPr txBox="1"/>
          <p:nvPr>
            <p:ph idx="1" type="subTitle"/>
          </p:nvPr>
        </p:nvSpPr>
        <p:spPr>
          <a:xfrm>
            <a:off x="720000" y="1212525"/>
            <a:ext cx="7704000" cy="25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04" name="Google Shape;70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05" name="Google Shape;705;p15"/>
          <p:cNvGrpSpPr/>
          <p:nvPr/>
        </p:nvGrpSpPr>
        <p:grpSpPr>
          <a:xfrm>
            <a:off x="7564750" y="1350338"/>
            <a:ext cx="3035971" cy="2240336"/>
            <a:chOff x="7564750" y="1350338"/>
            <a:chExt cx="3035971" cy="2240336"/>
          </a:xfrm>
        </p:grpSpPr>
        <p:grpSp>
          <p:nvGrpSpPr>
            <p:cNvPr id="706" name="Google Shape;706;p15"/>
            <p:cNvGrpSpPr/>
            <p:nvPr/>
          </p:nvGrpSpPr>
          <p:grpSpPr>
            <a:xfrm>
              <a:off x="8010366" y="1833648"/>
              <a:ext cx="2590356" cy="1757025"/>
              <a:chOff x="2280775" y="570800"/>
              <a:chExt cx="1702725" cy="1154950"/>
            </a:xfrm>
          </p:grpSpPr>
          <p:sp>
            <p:nvSpPr>
              <p:cNvPr id="707" name="Google Shape;707;p15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15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5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33" name="Google Shape;733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64750" y="2123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13503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16"/>
          <p:cNvSpPr txBox="1"/>
          <p:nvPr>
            <p:ph idx="1" type="subTitle"/>
          </p:nvPr>
        </p:nvSpPr>
        <p:spPr>
          <a:xfrm>
            <a:off x="1203288" y="2119550"/>
            <a:ext cx="3900900" cy="22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738" name="Google Shape;738;p16"/>
          <p:cNvSpPr txBox="1"/>
          <p:nvPr>
            <p:ph type="title"/>
          </p:nvPr>
        </p:nvSpPr>
        <p:spPr>
          <a:xfrm>
            <a:off x="1203288" y="818650"/>
            <a:ext cx="39009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39" name="Google Shape;739;p16"/>
          <p:cNvGrpSpPr/>
          <p:nvPr/>
        </p:nvGrpSpPr>
        <p:grpSpPr>
          <a:xfrm rot="5400000">
            <a:off x="-1245187" y="4798400"/>
            <a:ext cx="3920587" cy="1824125"/>
            <a:chOff x="7423500" y="3586650"/>
            <a:chExt cx="3920587" cy="1824125"/>
          </a:xfrm>
        </p:grpSpPr>
        <p:grpSp>
          <p:nvGrpSpPr>
            <p:cNvPr id="740" name="Google Shape;740;p1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41" name="Google Shape;741;p1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1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1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1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1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1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1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1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1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1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1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1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1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1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1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1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1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1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1" name="Google Shape;771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3" name="Google Shape;773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17"/>
          <p:cNvSpPr txBox="1"/>
          <p:nvPr>
            <p:ph idx="1" type="subTitle"/>
          </p:nvPr>
        </p:nvSpPr>
        <p:spPr>
          <a:xfrm>
            <a:off x="2603399" y="1289100"/>
            <a:ext cx="3937200" cy="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77" name="Google Shape;777;p17"/>
          <p:cNvSpPr txBox="1"/>
          <p:nvPr>
            <p:ph type="title"/>
          </p:nvPr>
        </p:nvSpPr>
        <p:spPr>
          <a:xfrm>
            <a:off x="2603399" y="566400"/>
            <a:ext cx="3937200" cy="7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8" name="Google Shape;778;p17"/>
          <p:cNvSpPr/>
          <p:nvPr>
            <p:ph idx="2" type="pic"/>
          </p:nvPr>
        </p:nvSpPr>
        <p:spPr>
          <a:xfrm>
            <a:off x="715099" y="566400"/>
            <a:ext cx="1859700" cy="40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p17"/>
          <p:cNvSpPr/>
          <p:nvPr>
            <p:ph idx="3" type="pic"/>
          </p:nvPr>
        </p:nvSpPr>
        <p:spPr>
          <a:xfrm>
            <a:off x="6569199" y="566400"/>
            <a:ext cx="1859700" cy="40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17"/>
          <p:cNvSpPr/>
          <p:nvPr>
            <p:ph idx="4" type="pic"/>
          </p:nvPr>
        </p:nvSpPr>
        <p:spPr>
          <a:xfrm>
            <a:off x="2983049" y="2206800"/>
            <a:ext cx="3177900" cy="237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781" name="Google Shape;781;p17"/>
          <p:cNvGrpSpPr/>
          <p:nvPr/>
        </p:nvGrpSpPr>
        <p:grpSpPr>
          <a:xfrm rot="10800000">
            <a:off x="-2949077" y="-289112"/>
            <a:ext cx="3920587" cy="1824125"/>
            <a:chOff x="7423500" y="3586650"/>
            <a:chExt cx="3920587" cy="1824125"/>
          </a:xfrm>
        </p:grpSpPr>
        <p:grpSp>
          <p:nvGrpSpPr>
            <p:cNvPr id="782" name="Google Shape;782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83" name="Google Shape;783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13" name="Google Shape;813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6" name="Google Shape;816;p17"/>
          <p:cNvGrpSpPr/>
          <p:nvPr/>
        </p:nvGrpSpPr>
        <p:grpSpPr>
          <a:xfrm rot="5400000">
            <a:off x="7181806" y="4282888"/>
            <a:ext cx="3920587" cy="1824125"/>
            <a:chOff x="7423500" y="3586650"/>
            <a:chExt cx="3920587" cy="1824125"/>
          </a:xfrm>
        </p:grpSpPr>
        <p:grpSp>
          <p:nvGrpSpPr>
            <p:cNvPr id="817" name="Google Shape;817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18" name="Google Shape;818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48" name="Google Shape;848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9" name="Google Shape;849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18"/>
          <p:cNvSpPr txBox="1"/>
          <p:nvPr>
            <p:ph idx="1" type="subTitle"/>
          </p:nvPr>
        </p:nvSpPr>
        <p:spPr>
          <a:xfrm>
            <a:off x="720000" y="1212525"/>
            <a:ext cx="77040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55" name="Google Shape;855;p18"/>
          <p:cNvGrpSpPr/>
          <p:nvPr/>
        </p:nvGrpSpPr>
        <p:grpSpPr>
          <a:xfrm>
            <a:off x="7880700" y="361707"/>
            <a:ext cx="3463387" cy="1573618"/>
            <a:chOff x="7880700" y="361707"/>
            <a:chExt cx="3463387" cy="1573618"/>
          </a:xfrm>
        </p:grpSpPr>
        <p:grpSp>
          <p:nvGrpSpPr>
            <p:cNvPr id="856" name="Google Shape;856;p18"/>
            <p:cNvGrpSpPr/>
            <p:nvPr/>
          </p:nvGrpSpPr>
          <p:grpSpPr>
            <a:xfrm flipH="1">
              <a:off x="8436907" y="361707"/>
              <a:ext cx="2907181" cy="1177348"/>
              <a:chOff x="2442775" y="3274750"/>
              <a:chExt cx="1690025" cy="684425"/>
            </a:xfrm>
          </p:grpSpPr>
          <p:sp>
            <p:nvSpPr>
              <p:cNvPr id="857" name="Google Shape;857;p18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18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18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18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8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18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18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18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18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18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8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8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8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8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8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8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8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8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78" name="Google Shape;878;p1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80700" y="7579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9"/>
          <p:cNvSpPr txBox="1"/>
          <p:nvPr>
            <p:ph idx="1" type="subTitle"/>
          </p:nvPr>
        </p:nvSpPr>
        <p:spPr>
          <a:xfrm>
            <a:off x="7200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882" name="Google Shape;882;p19"/>
          <p:cNvSpPr txBox="1"/>
          <p:nvPr>
            <p:ph idx="2" type="subTitle"/>
          </p:nvPr>
        </p:nvSpPr>
        <p:spPr>
          <a:xfrm>
            <a:off x="7200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3" name="Google Shape;883;p19"/>
          <p:cNvSpPr txBox="1"/>
          <p:nvPr>
            <p:ph idx="3" type="subTitle"/>
          </p:nvPr>
        </p:nvSpPr>
        <p:spPr>
          <a:xfrm>
            <a:off x="34038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4" name="Google Shape;884;p19"/>
          <p:cNvSpPr txBox="1"/>
          <p:nvPr>
            <p:ph idx="4" type="subTitle"/>
          </p:nvPr>
        </p:nvSpPr>
        <p:spPr>
          <a:xfrm>
            <a:off x="60876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5" name="Google Shape;88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6" name="Google Shape;886;p19"/>
          <p:cNvSpPr txBox="1"/>
          <p:nvPr>
            <p:ph idx="5" type="subTitle"/>
          </p:nvPr>
        </p:nvSpPr>
        <p:spPr>
          <a:xfrm>
            <a:off x="34038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887" name="Google Shape;887;p19"/>
          <p:cNvSpPr txBox="1"/>
          <p:nvPr>
            <p:ph idx="6" type="subTitle"/>
          </p:nvPr>
        </p:nvSpPr>
        <p:spPr>
          <a:xfrm>
            <a:off x="60876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888" name="Google Shape;888;p19"/>
          <p:cNvGrpSpPr/>
          <p:nvPr/>
        </p:nvGrpSpPr>
        <p:grpSpPr>
          <a:xfrm>
            <a:off x="-500554" y="3675900"/>
            <a:ext cx="2068704" cy="3229004"/>
            <a:chOff x="-500554" y="3675900"/>
            <a:chExt cx="2068704" cy="3229004"/>
          </a:xfrm>
        </p:grpSpPr>
        <p:grpSp>
          <p:nvGrpSpPr>
            <p:cNvPr id="889" name="Google Shape;889;p19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890" name="Google Shape;890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32" name="Google Shape;932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9080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3" name="Google Shape;933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75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4" name="Google Shape;934;p19"/>
          <p:cNvGrpSpPr/>
          <p:nvPr/>
        </p:nvGrpSpPr>
        <p:grpSpPr>
          <a:xfrm>
            <a:off x="7605625" y="-1910625"/>
            <a:ext cx="2140417" cy="3377600"/>
            <a:chOff x="7605625" y="-1910625"/>
            <a:chExt cx="2140417" cy="3377600"/>
          </a:xfrm>
        </p:grpSpPr>
        <p:grpSp>
          <p:nvGrpSpPr>
            <p:cNvPr id="935" name="Google Shape;935;p19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936" name="Google Shape;936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78" name="Google Shape;978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05625" y="-275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00350" y="289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20"/>
          <p:cNvSpPr txBox="1"/>
          <p:nvPr>
            <p:ph idx="1" type="subTitle"/>
          </p:nvPr>
        </p:nvSpPr>
        <p:spPr>
          <a:xfrm>
            <a:off x="862425" y="1208737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83" name="Google Shape;983;p20"/>
          <p:cNvSpPr txBox="1"/>
          <p:nvPr>
            <p:ph idx="2" type="subTitle"/>
          </p:nvPr>
        </p:nvSpPr>
        <p:spPr>
          <a:xfrm>
            <a:off x="862435" y="1693537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4" name="Google Shape;984;p20"/>
          <p:cNvSpPr txBox="1"/>
          <p:nvPr>
            <p:ph idx="3" type="subTitle"/>
          </p:nvPr>
        </p:nvSpPr>
        <p:spPr>
          <a:xfrm>
            <a:off x="4840290" y="1693537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5" name="Google Shape;985;p20"/>
          <p:cNvSpPr txBox="1"/>
          <p:nvPr>
            <p:ph idx="4" type="subTitle"/>
          </p:nvPr>
        </p:nvSpPr>
        <p:spPr>
          <a:xfrm>
            <a:off x="862410" y="3312062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6" name="Google Shape;986;p20"/>
          <p:cNvSpPr txBox="1"/>
          <p:nvPr>
            <p:ph idx="5" type="subTitle"/>
          </p:nvPr>
        </p:nvSpPr>
        <p:spPr>
          <a:xfrm>
            <a:off x="4840263" y="3312062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7" name="Google Shape;98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8" name="Google Shape;988;p20"/>
          <p:cNvSpPr txBox="1"/>
          <p:nvPr>
            <p:ph idx="6" type="subTitle"/>
          </p:nvPr>
        </p:nvSpPr>
        <p:spPr>
          <a:xfrm>
            <a:off x="862425" y="2827262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89" name="Google Shape;989;p20"/>
          <p:cNvSpPr txBox="1"/>
          <p:nvPr>
            <p:ph idx="7" type="subTitle"/>
          </p:nvPr>
        </p:nvSpPr>
        <p:spPr>
          <a:xfrm>
            <a:off x="4840284" y="1208737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idx="8" type="subTitle"/>
          </p:nvPr>
        </p:nvSpPr>
        <p:spPr>
          <a:xfrm>
            <a:off x="4840284" y="2827262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991" name="Google Shape;991;p20"/>
          <p:cNvGrpSpPr/>
          <p:nvPr/>
        </p:nvGrpSpPr>
        <p:grpSpPr>
          <a:xfrm>
            <a:off x="-1776656" y="2034654"/>
            <a:ext cx="3040006" cy="1757025"/>
            <a:chOff x="-1776656" y="2034654"/>
            <a:chExt cx="3040006" cy="1757025"/>
          </a:xfrm>
        </p:grpSpPr>
        <p:grpSp>
          <p:nvGrpSpPr>
            <p:cNvPr id="992" name="Google Shape;992;p20"/>
            <p:cNvGrpSpPr/>
            <p:nvPr/>
          </p:nvGrpSpPr>
          <p:grpSpPr>
            <a:xfrm flipH="1">
              <a:off x="-1776656" y="2034654"/>
              <a:ext cx="2590356" cy="1757025"/>
              <a:chOff x="2280775" y="570800"/>
              <a:chExt cx="1702725" cy="1154950"/>
            </a:xfrm>
          </p:grpSpPr>
          <p:sp>
            <p:nvSpPr>
              <p:cNvPr id="993" name="Google Shape;993;p2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2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19" name="Google Shape;1019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6000" y="2324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0" name="Google Shape;1020;p20"/>
          <p:cNvGrpSpPr/>
          <p:nvPr/>
        </p:nvGrpSpPr>
        <p:grpSpPr>
          <a:xfrm>
            <a:off x="3676700" y="3753121"/>
            <a:ext cx="1627077" cy="3154461"/>
            <a:chOff x="3676700" y="3124942"/>
            <a:chExt cx="1627077" cy="3154461"/>
          </a:xfrm>
        </p:grpSpPr>
        <p:grpSp>
          <p:nvGrpSpPr>
            <p:cNvPr id="1021" name="Google Shape;1021;p20"/>
            <p:cNvGrpSpPr/>
            <p:nvPr/>
          </p:nvGrpSpPr>
          <p:grpSpPr>
            <a:xfrm flipH="1">
              <a:off x="4262562" y="3707759"/>
              <a:ext cx="1041216" cy="2571644"/>
              <a:chOff x="4709050" y="974800"/>
              <a:chExt cx="684425" cy="1690425"/>
            </a:xfrm>
          </p:grpSpPr>
          <p:sp>
            <p:nvSpPr>
              <p:cNvPr id="1022" name="Google Shape;1022;p2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43" name="Google Shape;1043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676700" y="40198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819811" y="3124942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8" name="Google Shape;1048;p21"/>
          <p:cNvSpPr txBox="1"/>
          <p:nvPr>
            <p:ph idx="1" type="subTitle"/>
          </p:nvPr>
        </p:nvSpPr>
        <p:spPr>
          <a:xfrm>
            <a:off x="720025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9" name="Google Shape;1049;p21"/>
          <p:cNvSpPr txBox="1"/>
          <p:nvPr>
            <p:ph idx="2" type="subTitle"/>
          </p:nvPr>
        </p:nvSpPr>
        <p:spPr>
          <a:xfrm>
            <a:off x="342053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0" name="Google Shape;1050;p21"/>
          <p:cNvSpPr txBox="1"/>
          <p:nvPr>
            <p:ph idx="3" type="subTitle"/>
          </p:nvPr>
        </p:nvSpPr>
        <p:spPr>
          <a:xfrm>
            <a:off x="612104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1" name="Google Shape;1051;p21"/>
          <p:cNvSpPr txBox="1"/>
          <p:nvPr>
            <p:ph idx="4" type="subTitle"/>
          </p:nvPr>
        </p:nvSpPr>
        <p:spPr>
          <a:xfrm>
            <a:off x="720025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2" name="Google Shape;1052;p21"/>
          <p:cNvSpPr txBox="1"/>
          <p:nvPr>
            <p:ph idx="5" type="subTitle"/>
          </p:nvPr>
        </p:nvSpPr>
        <p:spPr>
          <a:xfrm>
            <a:off x="342053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3" name="Google Shape;1053;p21"/>
          <p:cNvSpPr txBox="1"/>
          <p:nvPr>
            <p:ph idx="6" type="subTitle"/>
          </p:nvPr>
        </p:nvSpPr>
        <p:spPr>
          <a:xfrm>
            <a:off x="612104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4" name="Google Shape;1054;p21"/>
          <p:cNvSpPr txBox="1"/>
          <p:nvPr>
            <p:ph idx="7" type="subTitle"/>
          </p:nvPr>
        </p:nvSpPr>
        <p:spPr>
          <a:xfrm>
            <a:off x="715100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5" name="Google Shape;1055;p21"/>
          <p:cNvSpPr txBox="1"/>
          <p:nvPr>
            <p:ph idx="8" type="subTitle"/>
          </p:nvPr>
        </p:nvSpPr>
        <p:spPr>
          <a:xfrm>
            <a:off x="3420538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6" name="Google Shape;1056;p21"/>
          <p:cNvSpPr txBox="1"/>
          <p:nvPr>
            <p:ph idx="9" type="subTitle"/>
          </p:nvPr>
        </p:nvSpPr>
        <p:spPr>
          <a:xfrm>
            <a:off x="6125975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7" name="Google Shape;1057;p21"/>
          <p:cNvSpPr txBox="1"/>
          <p:nvPr>
            <p:ph idx="13" type="subTitle"/>
          </p:nvPr>
        </p:nvSpPr>
        <p:spPr>
          <a:xfrm>
            <a:off x="715100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8" name="Google Shape;1058;p21"/>
          <p:cNvSpPr txBox="1"/>
          <p:nvPr>
            <p:ph idx="14" type="subTitle"/>
          </p:nvPr>
        </p:nvSpPr>
        <p:spPr>
          <a:xfrm>
            <a:off x="3420538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9" name="Google Shape;1059;p21"/>
          <p:cNvSpPr txBox="1"/>
          <p:nvPr>
            <p:ph idx="15" type="subTitle"/>
          </p:nvPr>
        </p:nvSpPr>
        <p:spPr>
          <a:xfrm>
            <a:off x="6125975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1060" name="Google Shape;1060;p21"/>
          <p:cNvGrpSpPr/>
          <p:nvPr/>
        </p:nvGrpSpPr>
        <p:grpSpPr>
          <a:xfrm>
            <a:off x="-1065554" y="3844475"/>
            <a:ext cx="2031529" cy="3268579"/>
            <a:chOff x="-500554" y="3636325"/>
            <a:chExt cx="2031529" cy="3268579"/>
          </a:xfrm>
        </p:grpSpPr>
        <p:grpSp>
          <p:nvGrpSpPr>
            <p:cNvPr id="1061" name="Google Shape;1061;p21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1062" name="Google Shape;1062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04" name="Google Shape;1104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53625" y="4124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363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6" name="Google Shape;1106;p21"/>
          <p:cNvGrpSpPr/>
          <p:nvPr/>
        </p:nvGrpSpPr>
        <p:grpSpPr>
          <a:xfrm>
            <a:off x="7590775" y="-1910625"/>
            <a:ext cx="2155267" cy="3391905"/>
            <a:chOff x="7590775" y="-1910625"/>
            <a:chExt cx="2155267" cy="3391905"/>
          </a:xfrm>
        </p:grpSpPr>
        <p:grpSp>
          <p:nvGrpSpPr>
            <p:cNvPr id="1107" name="Google Shape;1107;p21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1108" name="Google Shape;1108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50" name="Google Shape;1150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0775" y="-196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1" name="Google Shape;1151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65475" y="30393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22"/>
          <p:cNvSpPr txBox="1"/>
          <p:nvPr>
            <p:ph hasCustomPrompt="1" type="title"/>
          </p:nvPr>
        </p:nvSpPr>
        <p:spPr>
          <a:xfrm>
            <a:off x="1070755" y="692500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5" name="Google Shape;1155;p22"/>
          <p:cNvSpPr txBox="1"/>
          <p:nvPr>
            <p:ph idx="1" type="subTitle"/>
          </p:nvPr>
        </p:nvSpPr>
        <p:spPr>
          <a:xfrm>
            <a:off x="1070755" y="1398522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6" name="Google Shape;1156;p22"/>
          <p:cNvSpPr txBox="1"/>
          <p:nvPr>
            <p:ph hasCustomPrompt="1" idx="2" type="title"/>
          </p:nvPr>
        </p:nvSpPr>
        <p:spPr>
          <a:xfrm>
            <a:off x="4448345" y="3299758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7" name="Google Shape;1157;p22"/>
          <p:cNvSpPr txBox="1"/>
          <p:nvPr>
            <p:ph idx="3" type="subTitle"/>
          </p:nvPr>
        </p:nvSpPr>
        <p:spPr>
          <a:xfrm>
            <a:off x="4448345" y="4005780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8" name="Google Shape;1158;p22"/>
          <p:cNvSpPr txBox="1"/>
          <p:nvPr>
            <p:ph hasCustomPrompt="1" idx="4" type="title"/>
          </p:nvPr>
        </p:nvSpPr>
        <p:spPr>
          <a:xfrm>
            <a:off x="2784904" y="1996128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9" name="Google Shape;1159;p22"/>
          <p:cNvSpPr txBox="1"/>
          <p:nvPr>
            <p:ph idx="5" type="subTitle"/>
          </p:nvPr>
        </p:nvSpPr>
        <p:spPr>
          <a:xfrm>
            <a:off x="2784904" y="2702150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160" name="Google Shape;1160;p22"/>
          <p:cNvGrpSpPr/>
          <p:nvPr/>
        </p:nvGrpSpPr>
        <p:grpSpPr>
          <a:xfrm>
            <a:off x="56250" y="3058850"/>
            <a:ext cx="1772075" cy="3126028"/>
            <a:chOff x="56250" y="3058850"/>
            <a:chExt cx="1772075" cy="3126028"/>
          </a:xfrm>
        </p:grpSpPr>
        <p:grpSp>
          <p:nvGrpSpPr>
            <p:cNvPr id="1161" name="Google Shape;1161;p22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162" name="Google Shape;1162;p22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2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2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2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2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2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2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2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2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2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2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2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2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2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2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2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83" name="Google Shape;1183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0975" y="3898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25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6" name="Google Shape;1186;p22"/>
          <p:cNvGrpSpPr/>
          <p:nvPr/>
        </p:nvGrpSpPr>
        <p:grpSpPr>
          <a:xfrm>
            <a:off x="7036900" y="-135450"/>
            <a:ext cx="3564951" cy="2530020"/>
            <a:chOff x="7036900" y="-135450"/>
            <a:chExt cx="3564951" cy="2530020"/>
          </a:xfrm>
        </p:grpSpPr>
        <p:grpSp>
          <p:nvGrpSpPr>
            <p:cNvPr id="1187" name="Google Shape;1187;p22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188" name="Google Shape;1188;p22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2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2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2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2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2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2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2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22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2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2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2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14" name="Google Shape;121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3690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5" name="Google Shape;121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354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6" name="Google Shape;1216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92975" y="1032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23"/>
          <p:cNvSpPr txBox="1"/>
          <p:nvPr>
            <p:ph type="ctrTitle"/>
          </p:nvPr>
        </p:nvSpPr>
        <p:spPr>
          <a:xfrm>
            <a:off x="2429925" y="798950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20" name="Google Shape;1220;p23"/>
          <p:cNvSpPr txBox="1"/>
          <p:nvPr>
            <p:ph idx="1" type="subTitle"/>
          </p:nvPr>
        </p:nvSpPr>
        <p:spPr>
          <a:xfrm>
            <a:off x="2425050" y="1833675"/>
            <a:ext cx="42939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21" name="Google Shape;1221;p23"/>
          <p:cNvGrpSpPr/>
          <p:nvPr/>
        </p:nvGrpSpPr>
        <p:grpSpPr>
          <a:xfrm>
            <a:off x="7430950" y="3601525"/>
            <a:ext cx="3913137" cy="1786950"/>
            <a:chOff x="7430950" y="3601525"/>
            <a:chExt cx="3913137" cy="1786950"/>
          </a:xfrm>
        </p:grpSpPr>
        <p:grpSp>
          <p:nvGrpSpPr>
            <p:cNvPr id="1222" name="Google Shape;1222;p23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223" name="Google Shape;1223;p2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2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2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2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2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2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2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2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2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2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2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2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53" name="Google Shape;1253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30950" y="42111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4" name="Google Shape;1254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23050" y="3601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5" name="Google Shape;1255;p23"/>
          <p:cNvGrpSpPr/>
          <p:nvPr/>
        </p:nvGrpSpPr>
        <p:grpSpPr>
          <a:xfrm>
            <a:off x="-1684333" y="361707"/>
            <a:ext cx="3460658" cy="1718568"/>
            <a:chOff x="-1684333" y="361707"/>
            <a:chExt cx="3460658" cy="1718568"/>
          </a:xfrm>
        </p:grpSpPr>
        <p:grpSp>
          <p:nvGrpSpPr>
            <p:cNvPr id="1256" name="Google Shape;1256;p23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257" name="Google Shape;1257;p23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23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23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23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23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23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23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23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23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23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23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23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23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23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3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23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23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23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78" name="Google Shape;1278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9" name="Google Shape;1279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02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0" name="Google Shape;1280;p23"/>
          <p:cNvSpPr txBox="1"/>
          <p:nvPr/>
        </p:nvSpPr>
        <p:spPr>
          <a:xfrm>
            <a:off x="2429925" y="2864475"/>
            <a:ext cx="42840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CREDITS: This presentation template was created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, and includes icons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and infographics &amp; images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is-blog.thalesgroup.com/identity-biometric-solutions/2023/07/03/post-quantum-cryptography/" TargetMode="External"/><Relationship Id="rId4" Type="http://schemas.openxmlformats.org/officeDocument/2006/relationships/hyperlink" Target="https://www.paloaltonetworks.co.uk/cyberpedia/what-is-post-quantum-cryptography-pqc" TargetMode="External"/><Relationship Id="rId5" Type="http://schemas.openxmlformats.org/officeDocument/2006/relationships/hyperlink" Target="https://www.paloaltonetworks.co.uk/cyberpedia/what-is-post-quantum-cryptography-pqc" TargetMode="External"/><Relationship Id="rId6" Type="http://schemas.openxmlformats.org/officeDocument/2006/relationships/hyperlink" Target="https://www.qusecure.com/qusecure-named-as-global-product-leader-in-post-quantum-cryptography-industry-by-frost-sullivan/#:~:text=%E2%80%94%20May%2030%2C%202024%20%E2%80%94%20QuSecure,Post%2DQuantum%20Cryptography%E2%80%9D%20repo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26"/>
          <p:cNvSpPr txBox="1"/>
          <p:nvPr>
            <p:ph type="ctrTitle"/>
          </p:nvPr>
        </p:nvSpPr>
        <p:spPr>
          <a:xfrm>
            <a:off x="1568675" y="570619"/>
            <a:ext cx="6006600" cy="22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CES 2025</a:t>
            </a:r>
            <a:endParaRPr/>
          </a:p>
        </p:txBody>
      </p:sp>
      <p:cxnSp>
        <p:nvCxnSpPr>
          <p:cNvPr id="1406" name="Google Shape;1406;p26"/>
          <p:cNvCxnSpPr/>
          <p:nvPr/>
        </p:nvCxnSpPr>
        <p:spPr>
          <a:xfrm>
            <a:off x="2145900" y="3459619"/>
            <a:ext cx="485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1407" name="Google Shape;1407;p26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08" name="Google Shape;1408;p26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09" name="Google Shape;1409;p26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6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26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26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6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6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6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6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6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26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26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26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26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26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6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6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6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6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6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26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26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30" name="Google Shape;1430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1" name="Google Shape;1431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2" name="Google Shape;1432;p26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33" name="Google Shape;1433;p26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34" name="Google Shape;1434;p26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6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6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6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26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26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26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6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6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6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6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6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26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26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6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6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6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26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26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6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6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6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26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26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6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6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60" name="Google Shape;1460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1" name="Google Shape;1461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2" name="Google Shape;1462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3" name="Google Shape;1463;p26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64" name="Google Shape;1464;p26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65" name="Google Shape;1465;p26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6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6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26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26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6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6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26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6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26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26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26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26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26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26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26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26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26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26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26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26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86" name="Google Shape;1486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7" name="Google Shape;1487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27"/>
          <p:cNvSpPr txBox="1"/>
          <p:nvPr>
            <p:ph idx="1" type="subTitle"/>
          </p:nvPr>
        </p:nvSpPr>
        <p:spPr>
          <a:xfrm>
            <a:off x="1058649" y="2096625"/>
            <a:ext cx="3667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What is Post-Quantum Cryptography?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93" name="Google Shape;1493;p27"/>
          <p:cNvSpPr txBox="1"/>
          <p:nvPr>
            <p:ph type="title"/>
          </p:nvPr>
        </p:nvSpPr>
        <p:spPr>
          <a:xfrm>
            <a:off x="2203304" y="164392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01</a:t>
            </a:r>
            <a:endParaRPr/>
          </a:p>
        </p:txBody>
      </p:sp>
      <p:sp>
        <p:nvSpPr>
          <p:cNvPr id="1494" name="Google Shape;1494;p27"/>
          <p:cNvSpPr txBox="1"/>
          <p:nvPr>
            <p:ph idx="2" type="title"/>
          </p:nvPr>
        </p:nvSpPr>
        <p:spPr>
          <a:xfrm>
            <a:off x="5847601" y="164392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02</a:t>
            </a:r>
            <a:endParaRPr/>
          </a:p>
        </p:txBody>
      </p:sp>
      <p:sp>
        <p:nvSpPr>
          <p:cNvPr id="1495" name="Google Shape;1495;p27"/>
          <p:cNvSpPr txBox="1"/>
          <p:nvPr>
            <p:ph idx="4" type="title"/>
          </p:nvPr>
        </p:nvSpPr>
        <p:spPr>
          <a:xfrm>
            <a:off x="5847604" y="314562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04</a:t>
            </a:r>
            <a:endParaRPr/>
          </a:p>
        </p:txBody>
      </p:sp>
      <p:sp>
        <p:nvSpPr>
          <p:cNvPr id="1496" name="Google Shape;1496;p27"/>
          <p:cNvSpPr txBox="1"/>
          <p:nvPr>
            <p:ph idx="7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Table of contents</a:t>
            </a:r>
            <a:endParaRPr/>
          </a:p>
        </p:txBody>
      </p:sp>
      <p:sp>
        <p:nvSpPr>
          <p:cNvPr id="1497" name="Google Shape;1497;p27"/>
          <p:cNvSpPr txBox="1"/>
          <p:nvPr>
            <p:ph idx="8" type="subTitle"/>
          </p:nvPr>
        </p:nvSpPr>
        <p:spPr>
          <a:xfrm>
            <a:off x="4549050" y="2120450"/>
            <a:ext cx="3975600" cy="11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Post-Quantum Cryptography </a:t>
            </a:r>
            <a:endParaRPr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vs. Quantum Cryptography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98" name="Google Shape;1498;p27"/>
          <p:cNvSpPr txBox="1"/>
          <p:nvPr>
            <p:ph idx="13" type="subTitle"/>
          </p:nvPr>
        </p:nvSpPr>
        <p:spPr>
          <a:xfrm>
            <a:off x="5219250" y="3660325"/>
            <a:ext cx="2635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Why is it Noteworthy?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cxnSp>
        <p:nvCxnSpPr>
          <p:cNvPr id="1499" name="Google Shape;1499;p27"/>
          <p:cNvCxnSpPr/>
          <p:nvPr/>
        </p:nvCxnSpPr>
        <p:spPr>
          <a:xfrm>
            <a:off x="927450" y="2863525"/>
            <a:ext cx="728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500" name="Google Shape;1500;p27"/>
          <p:cNvSpPr txBox="1"/>
          <p:nvPr>
            <p:ph idx="3" type="title"/>
          </p:nvPr>
        </p:nvSpPr>
        <p:spPr>
          <a:xfrm>
            <a:off x="2203300" y="314562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03</a:t>
            </a:r>
            <a:endParaRPr/>
          </a:p>
        </p:txBody>
      </p:sp>
      <p:sp>
        <p:nvSpPr>
          <p:cNvPr id="1501" name="Google Shape;1501;p27"/>
          <p:cNvSpPr txBox="1"/>
          <p:nvPr>
            <p:ph idx="9" type="subTitle"/>
          </p:nvPr>
        </p:nvSpPr>
        <p:spPr>
          <a:xfrm>
            <a:off x="1629548" y="3660325"/>
            <a:ext cx="252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Companies Developing Related Technologies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28"/>
          <p:cNvSpPr txBox="1"/>
          <p:nvPr>
            <p:ph type="title"/>
          </p:nvPr>
        </p:nvSpPr>
        <p:spPr>
          <a:xfrm>
            <a:off x="1625926" y="2639552"/>
            <a:ext cx="61314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What is Post-Quantum Cryptography?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07" name="Google Shape;1507;p28"/>
          <p:cNvSpPr txBox="1"/>
          <p:nvPr>
            <p:ph idx="2" type="title"/>
          </p:nvPr>
        </p:nvSpPr>
        <p:spPr>
          <a:xfrm>
            <a:off x="4031998" y="1310960"/>
            <a:ext cx="10800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01</a:t>
            </a:r>
            <a:endParaRPr/>
          </a:p>
        </p:txBody>
      </p:sp>
      <p:grpSp>
        <p:nvGrpSpPr>
          <p:cNvPr id="1508" name="Google Shape;1508;p28"/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09" name="Google Shape;1509;p28"/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10" name="Google Shape;1510;p28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28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28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28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28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28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28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28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28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28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28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28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28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28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28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28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28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28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28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28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28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1" name="Google Shape;1531;p28"/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32" name="Google Shape;1532;p28"/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cxnSp>
        <p:nvCxnSpPr>
          <p:cNvPr id="1533" name="Google Shape;1533;p28"/>
          <p:cNvCxnSpPr/>
          <p:nvPr/>
        </p:nvCxnSpPr>
        <p:spPr>
          <a:xfrm>
            <a:off x="3066073" y="2402469"/>
            <a:ext cx="325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9"/>
          <p:cNvSpPr txBox="1"/>
          <p:nvPr>
            <p:ph idx="4" type="subTitle"/>
          </p:nvPr>
        </p:nvSpPr>
        <p:spPr>
          <a:xfrm>
            <a:off x="4251600" y="3463850"/>
            <a:ext cx="34683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419" sz="1600">
                <a:latin typeface="Do Hyeon"/>
                <a:ea typeface="Do Hyeon"/>
                <a:cs typeface="Do Hyeon"/>
                <a:sym typeface="Do Hyeon"/>
              </a:rPr>
              <a:t>3.   Based on complex mathematical problems (e.g., lattice-based, code-based, multivariate-based cryptography).</a:t>
            </a:r>
            <a:endParaRPr sz="16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39" name="Google Shape;1539;p29"/>
          <p:cNvSpPr txBox="1"/>
          <p:nvPr>
            <p:ph idx="4" type="subTitle"/>
          </p:nvPr>
        </p:nvSpPr>
        <p:spPr>
          <a:xfrm>
            <a:off x="1520075" y="2860650"/>
            <a:ext cx="34683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Do Hyeon"/>
                <a:ea typeface="Do Hyeon"/>
                <a:cs typeface="Do Hyeon"/>
                <a:sym typeface="Do Hyeon"/>
              </a:rPr>
              <a:t>2.   Secure against both classical and quantum attacks.</a:t>
            </a:r>
            <a:endParaRPr sz="16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40" name="Google Shape;154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419" sz="2500">
                <a:latin typeface="Do Hyeon"/>
                <a:ea typeface="Do Hyeon"/>
                <a:cs typeface="Do Hyeon"/>
                <a:sym typeface="Do Hyeon"/>
              </a:rPr>
              <a:t> Post-Quantum Cryptography</a:t>
            </a:r>
            <a:endParaRPr sz="2500"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29"/>
          <p:cNvSpPr txBox="1"/>
          <p:nvPr>
            <p:ph idx="3" type="subTitle"/>
          </p:nvPr>
        </p:nvSpPr>
        <p:spPr>
          <a:xfrm>
            <a:off x="720000" y="1870400"/>
            <a:ext cx="53529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Do Hyeon"/>
              <a:buAutoNum type="arabicPeriod"/>
            </a:pPr>
            <a:r>
              <a:rPr lang="es-419" sz="1600">
                <a:latin typeface="Do Hyeon"/>
                <a:ea typeface="Do Hyeon"/>
                <a:cs typeface="Do Hyeon"/>
                <a:sym typeface="Do Hyeon"/>
              </a:rPr>
              <a:t>​Aims to develop new cryptographic algorithms that can withstand attacks from quantum computers.</a:t>
            </a:r>
            <a:endParaRPr sz="1600"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30"/>
          <p:cNvSpPr txBox="1"/>
          <p:nvPr>
            <p:ph idx="1" type="subTitle"/>
          </p:nvPr>
        </p:nvSpPr>
        <p:spPr>
          <a:xfrm>
            <a:off x="720000" y="1644675"/>
            <a:ext cx="23364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s-419" sz="2800">
                <a:latin typeface="Do Hyeon"/>
                <a:ea typeface="Do Hyeon"/>
                <a:cs typeface="Do Hyeon"/>
                <a:sym typeface="Do Hyeon"/>
              </a:rPr>
              <a:t>PQC</a:t>
            </a:r>
            <a:endParaRPr sz="2800"/>
          </a:p>
        </p:txBody>
      </p:sp>
      <p:sp>
        <p:nvSpPr>
          <p:cNvPr id="1547" name="Google Shape;1547;p30"/>
          <p:cNvSpPr txBox="1"/>
          <p:nvPr>
            <p:ph idx="5" type="subTitle"/>
          </p:nvPr>
        </p:nvSpPr>
        <p:spPr>
          <a:xfrm>
            <a:off x="3327600" y="1644675"/>
            <a:ext cx="23364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latin typeface="Do Hyeon"/>
                <a:ea typeface="Do Hyeon"/>
                <a:cs typeface="Do Hyeon"/>
                <a:sym typeface="Do Hyeon"/>
              </a:rPr>
              <a:t>Quantum Cryptography</a:t>
            </a:r>
            <a:endParaRPr sz="28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48" name="Google Shape;1548;p30"/>
          <p:cNvSpPr txBox="1"/>
          <p:nvPr>
            <p:ph idx="6" type="subTitle"/>
          </p:nvPr>
        </p:nvSpPr>
        <p:spPr>
          <a:xfrm>
            <a:off x="6087600" y="1644675"/>
            <a:ext cx="23364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419" sz="2800">
                <a:latin typeface="Do Hyeon"/>
                <a:ea typeface="Do Hyeon"/>
                <a:cs typeface="Do Hyeon"/>
                <a:sym typeface="Do Hyeon"/>
              </a:rPr>
              <a:t>Difference</a:t>
            </a:r>
            <a:endParaRPr sz="28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49" name="Google Shape;1549;p30"/>
          <p:cNvSpPr txBox="1"/>
          <p:nvPr>
            <p:ph type="title"/>
          </p:nvPr>
        </p:nvSpPr>
        <p:spPr>
          <a:xfrm>
            <a:off x="643800" y="46469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2400">
                <a:latin typeface="Do Hyeon"/>
                <a:ea typeface="Do Hyeon"/>
                <a:cs typeface="Do Hyeon"/>
                <a:sym typeface="Do Hyeon"/>
              </a:rPr>
              <a:t>Post-Quantum Cryptography  vs Quantum Cryptography</a:t>
            </a:r>
            <a:endParaRPr sz="24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50" name="Google Shape;1550;p30"/>
          <p:cNvSpPr txBox="1"/>
          <p:nvPr>
            <p:ph idx="2" type="subTitle"/>
          </p:nvPr>
        </p:nvSpPr>
        <p:spPr>
          <a:xfrm>
            <a:off x="7200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Do Hyeon"/>
                <a:ea typeface="Do Hyeon"/>
                <a:cs typeface="Do Hyeon"/>
                <a:sym typeface="Do Hyeon"/>
              </a:rPr>
              <a:t>Algorithm-based mathematical complexity protecting classical infrastructure from quantum attacks.</a:t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51" name="Google Shape;1551;p30"/>
          <p:cNvSpPr txBox="1"/>
          <p:nvPr>
            <p:ph idx="3" type="subTitle"/>
          </p:nvPr>
        </p:nvSpPr>
        <p:spPr>
          <a:xfrm>
            <a:off x="3283800" y="2324075"/>
            <a:ext cx="24564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Do Hyeon"/>
                <a:ea typeface="Do Hyeon"/>
                <a:cs typeface="Do Hyeon"/>
                <a:sym typeface="Do Hyeon"/>
              </a:rPr>
              <a:t>Principles of quantum mechanics and physical laws protecting communication channels (e.g., QKD).</a:t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52" name="Google Shape;1552;p30"/>
          <p:cNvSpPr txBox="1"/>
          <p:nvPr>
            <p:ph idx="4" type="subTitle"/>
          </p:nvPr>
        </p:nvSpPr>
        <p:spPr>
          <a:xfrm>
            <a:off x="60876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419" sz="1800">
                <a:latin typeface="Do Hyeon"/>
                <a:ea typeface="Do Hyeon"/>
                <a:cs typeface="Do Hyeon"/>
                <a:sym typeface="Do Hyeon"/>
              </a:rPr>
              <a:t>PQC: Algorithm-based software </a:t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Do Hyeon"/>
                <a:ea typeface="Do Hyeon"/>
                <a:cs typeface="Do Hyeon"/>
                <a:sym typeface="Do Hyeon"/>
              </a:rPr>
              <a:t>양자 암호: Physical laws with specialized hardware</a:t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1"/>
          <p:cNvSpPr txBox="1"/>
          <p:nvPr>
            <p:ph type="title"/>
          </p:nvPr>
        </p:nvSpPr>
        <p:spPr>
          <a:xfrm>
            <a:off x="2580823" y="2632775"/>
            <a:ext cx="37644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Why is it Noteworthy?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58" name="Google Shape;1558;p31"/>
          <p:cNvSpPr txBox="1"/>
          <p:nvPr>
            <p:ph idx="2" type="title"/>
          </p:nvPr>
        </p:nvSpPr>
        <p:spPr>
          <a:xfrm>
            <a:off x="3846825" y="1291225"/>
            <a:ext cx="13479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02</a:t>
            </a:r>
            <a:endParaRPr/>
          </a:p>
        </p:txBody>
      </p:sp>
      <p:grpSp>
        <p:nvGrpSpPr>
          <p:cNvPr id="1559" name="Google Shape;1559;p31"/>
          <p:cNvGrpSpPr/>
          <p:nvPr/>
        </p:nvGrpSpPr>
        <p:grpSpPr>
          <a:xfrm>
            <a:off x="-1312494" y="3986969"/>
            <a:ext cx="3277952" cy="1537297"/>
            <a:chOff x="-1312494" y="3529769"/>
            <a:chExt cx="3277952" cy="1537297"/>
          </a:xfrm>
        </p:grpSpPr>
        <p:grpSp>
          <p:nvGrpSpPr>
            <p:cNvPr id="1560" name="Google Shape;1560;p31"/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61" name="Google Shape;1561;p31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31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31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31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31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31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31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31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31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82" name="Google Shape;1582;p31"/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83" name="Google Shape;1583;p31"/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cxnSp>
        <p:nvCxnSpPr>
          <p:cNvPr id="1584" name="Google Shape;1584;p31"/>
          <p:cNvCxnSpPr/>
          <p:nvPr/>
        </p:nvCxnSpPr>
        <p:spPr>
          <a:xfrm>
            <a:off x="2837473" y="2402469"/>
            <a:ext cx="325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32"/>
          <p:cNvSpPr txBox="1"/>
          <p:nvPr>
            <p:ph idx="2" type="subTitle"/>
          </p:nvPr>
        </p:nvSpPr>
        <p:spPr>
          <a:xfrm>
            <a:off x="862410" y="1544799"/>
            <a:ext cx="3441300" cy="12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Font typeface="Do Hyeon"/>
              <a:buAutoNum type="arabicPeriod"/>
            </a:pPr>
            <a:r>
              <a:rPr lang="es-419" sz="1800">
                <a:latin typeface="Do Hyeon"/>
                <a:ea typeface="Do Hyeon"/>
                <a:cs typeface="Do Hyeon"/>
                <a:sym typeface="Do Hyeon"/>
              </a:rPr>
              <a:t>Potential to neutralize existing RSA/ECC algorithms.</a:t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90" name="Google Shape;1590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Why is it Noteworthy?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91" name="Google Shape;1591;p32"/>
          <p:cNvSpPr txBox="1"/>
          <p:nvPr>
            <p:ph idx="2" type="subTitle"/>
          </p:nvPr>
        </p:nvSpPr>
        <p:spPr>
          <a:xfrm>
            <a:off x="1285021" y="2473846"/>
            <a:ext cx="3441300" cy="12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Do Hyeon"/>
                <a:ea typeface="Do Hyeon"/>
                <a:cs typeface="Do Hyeon"/>
                <a:sym typeface="Do Hyeon"/>
              </a:rPr>
              <a:t>2. Data Protection: Preparation against quantum attacks.</a:t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92" name="Google Shape;1592;p32"/>
          <p:cNvSpPr txBox="1"/>
          <p:nvPr>
            <p:ph idx="2" type="subTitle"/>
          </p:nvPr>
        </p:nvSpPr>
        <p:spPr>
          <a:xfrm>
            <a:off x="1285035" y="3522935"/>
            <a:ext cx="3441300" cy="12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Do Hyeon"/>
                <a:ea typeface="Do Hyeon"/>
                <a:cs typeface="Do Hyeon"/>
                <a:sym typeface="Do Hyeon"/>
              </a:rPr>
              <a:t>3. Future Proofing: Protection of digital infrastructure.</a:t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93" name="Google Shape;1593;p32"/>
          <p:cNvSpPr txBox="1"/>
          <p:nvPr>
            <p:ph idx="2" type="subTitle"/>
          </p:nvPr>
        </p:nvSpPr>
        <p:spPr>
          <a:xfrm>
            <a:off x="5018835" y="1544799"/>
            <a:ext cx="3441300" cy="12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Do Hyeon"/>
                <a:ea typeface="Do Hyeon"/>
                <a:cs typeface="Do Hyeon"/>
                <a:sym typeface="Do Hyeon"/>
              </a:rPr>
              <a:t>4. Regulatory Compliance: Alignment with government regulations and standards.</a:t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94" name="Google Shape;1594;p32"/>
          <p:cNvSpPr txBox="1"/>
          <p:nvPr>
            <p:ph idx="2" type="subTitle"/>
          </p:nvPr>
        </p:nvSpPr>
        <p:spPr>
          <a:xfrm>
            <a:off x="5043310" y="2473849"/>
            <a:ext cx="3441300" cy="12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Do Hyeon"/>
                <a:ea typeface="Do Hyeon"/>
                <a:cs typeface="Do Hyeon"/>
                <a:sym typeface="Do Hyeon"/>
              </a:rPr>
              <a:t>5. National &amp; Economic Security: Protection of sensitive information.</a:t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95" name="Google Shape;1595;p32"/>
          <p:cNvSpPr txBox="1"/>
          <p:nvPr>
            <p:ph idx="2" type="subTitle"/>
          </p:nvPr>
        </p:nvSpPr>
        <p:spPr>
          <a:xfrm>
            <a:off x="5043310" y="3522924"/>
            <a:ext cx="3441300" cy="12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Do Hyeon"/>
                <a:ea typeface="Do Hyeon"/>
                <a:cs typeface="Do Hyeon"/>
                <a:sym typeface="Do Hyeon"/>
              </a:rPr>
              <a:t>6. Fostering Innovation: Research and development in security technologies.</a:t>
            </a:r>
            <a:endParaRPr sz="1800"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33"/>
          <p:cNvSpPr txBox="1"/>
          <p:nvPr>
            <p:ph type="title"/>
          </p:nvPr>
        </p:nvSpPr>
        <p:spPr>
          <a:xfrm>
            <a:off x="1112326" y="2615075"/>
            <a:ext cx="68169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Companies Currently Developing Technologies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601" name="Google Shape;1601;p33"/>
          <p:cNvSpPr txBox="1"/>
          <p:nvPr>
            <p:ph idx="2" type="title"/>
          </p:nvPr>
        </p:nvSpPr>
        <p:spPr>
          <a:xfrm>
            <a:off x="3846825" y="1291225"/>
            <a:ext cx="13479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03</a:t>
            </a:r>
            <a:endParaRPr/>
          </a:p>
        </p:txBody>
      </p:sp>
      <p:grpSp>
        <p:nvGrpSpPr>
          <p:cNvPr id="1602" name="Google Shape;1602;p33"/>
          <p:cNvGrpSpPr/>
          <p:nvPr/>
        </p:nvGrpSpPr>
        <p:grpSpPr>
          <a:xfrm>
            <a:off x="-1312494" y="3986969"/>
            <a:ext cx="3277952" cy="1537297"/>
            <a:chOff x="-1312494" y="3529769"/>
            <a:chExt cx="3277952" cy="1537297"/>
          </a:xfrm>
        </p:grpSpPr>
        <p:grpSp>
          <p:nvGrpSpPr>
            <p:cNvPr id="1603" name="Google Shape;1603;p33"/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604" name="Google Shape;1604;p33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33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33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33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33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33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33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33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3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3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33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33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3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3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33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33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33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33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33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3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33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25" name="Google Shape;1625;p33"/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626" name="Google Shape;1626;p33"/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cxnSp>
        <p:nvCxnSpPr>
          <p:cNvPr id="1627" name="Google Shape;1627;p33"/>
          <p:cNvCxnSpPr/>
          <p:nvPr/>
        </p:nvCxnSpPr>
        <p:spPr>
          <a:xfrm>
            <a:off x="2837473" y="2402469"/>
            <a:ext cx="325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QuSecure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633" name="Google Shape;1633;p34"/>
          <p:cNvSpPr txBox="1"/>
          <p:nvPr/>
        </p:nvSpPr>
        <p:spPr>
          <a:xfrm>
            <a:off x="1641900" y="1531550"/>
            <a:ext cx="58602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AutoNum type="arabicPeriod"/>
            </a:pPr>
            <a:r>
              <a:rPr lang="es-419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Member of the Post-Quantum Cryptography Alliance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AutoNum type="arabicPeriod"/>
            </a:pPr>
            <a:r>
              <a:rPr lang="es-419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Data Protection: Preparation against quantum attacks.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AutoNum type="arabicPeriod"/>
            </a:pPr>
            <a:r>
              <a:rPr lang="es-419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Enhancing existing equipment security: QuProtect Core Security.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AutoNum type="arabicPeriod"/>
            </a:pPr>
            <a:r>
              <a:rPr lang="es-419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Implemented in real-world U.S. government agencies.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AutoNum type="arabicPeriod"/>
            </a:pPr>
            <a:r>
              <a:rPr lang="es-419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Contributing to PQC standardization and adoption.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Do Hyeon"/>
                <a:ea typeface="Do Hyeon"/>
                <a:cs typeface="Do Hyeon"/>
                <a:sym typeface="Do Hyeon"/>
              </a:rPr>
              <a:t>Quranium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639" name="Google Shape;1639;p35"/>
          <p:cNvSpPr txBox="1"/>
          <p:nvPr/>
        </p:nvSpPr>
        <p:spPr>
          <a:xfrm>
            <a:off x="391650" y="1442190"/>
            <a:ext cx="83607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AutoNum type="arabicPeriod"/>
            </a:pPr>
            <a:r>
              <a:rPr lang="es-419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DeQUIP: Quantum-resistant and decentralized architecture.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AutoNum type="arabicPeriod"/>
            </a:pPr>
            <a:r>
              <a:rPr lang="es-419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Ensures security, scalability, and decentralization with Layer-2 blockchain.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AutoNum type="arabicPeriod"/>
            </a:pPr>
            <a:r>
              <a:rPr lang="es-419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Developing PQC-as-a-Service in collaboration with ExeQuantum.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6"/>
          <p:cNvSpPr txBox="1"/>
          <p:nvPr>
            <p:ph type="title"/>
          </p:nvPr>
        </p:nvSpPr>
        <p:spPr>
          <a:xfrm>
            <a:off x="720000" y="2045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500"/>
              <a:t>Thanks!</a:t>
            </a:r>
            <a:endParaRPr sz="4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7"/>
          <p:cNvSpPr txBox="1"/>
          <p:nvPr>
            <p:ph idx="1" type="subTitle"/>
          </p:nvPr>
        </p:nvSpPr>
        <p:spPr>
          <a:xfrm>
            <a:off x="1185150" y="1367675"/>
            <a:ext cx="6773700" cy="29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 u="sng">
                <a:solidFill>
                  <a:schemeClr val="hlink"/>
                </a:solidFill>
                <a:hlinkClick r:id="rId3"/>
              </a:rPr>
              <a:t>https://dis-blog.thalesgroup.com/identity-biometric-solutions/2023/07/03/post-quantum-cryptography/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 u="sng">
                <a:solidFill>
                  <a:schemeClr val="hlink"/>
                </a:solidFill>
                <a:hlinkClick r:id="rId4"/>
              </a:rPr>
              <a:t>https://www.paloaltonetworks.co.uk/cyberpedia/what-is-post-quantum-cryptography-pqc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 u="sng">
                <a:solidFill>
                  <a:schemeClr val="hlink"/>
                </a:solidFill>
                <a:hlinkClick r:id="rId5"/>
              </a:rPr>
              <a:t>https://www.paloaltonetworks.co.uk/cyberpedia/what-is-post-quantum-cryptography-pqc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 u="sng">
                <a:solidFill>
                  <a:schemeClr val="hlink"/>
                </a:solidFill>
                <a:hlinkClick r:id="rId6"/>
              </a:rPr>
              <a:t>https://www.qusecure.com/qusecure-named-as-global-product-leader-in-post-quantum-cryptography-industry-by-frost-sullivan/#:~:text=%E2%80%94%20May%2030%2C%202024%20%E2%80%94%20QuSecure,Post%2DQuantum%20Cryptography%E2%80%9D%20report</a:t>
            </a:r>
            <a:endParaRPr sz="1300"/>
          </a:p>
        </p:txBody>
      </p:sp>
      <p:sp>
        <p:nvSpPr>
          <p:cNvPr id="1650" name="Google Shape;165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Reference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